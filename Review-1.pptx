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5"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D1D934-8526-4999-B877-E370DDEA5925}" v="40" dt="2026-08-05T17:28:13.45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3" d="100"/>
          <a:sy n="73" d="100"/>
        </p:scale>
        <p:origin x="1070"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am Bhaarathi" userId="8649ae6a4793577f" providerId="LiveId" clId="{7156134A-0D9C-41EC-A872-A12EA5293CCC}"/>
    <pc:docChg chg="undo custSel modSld">
      <pc:chgData name="Yasam Bhaarathi" userId="8649ae6a4793577f" providerId="LiveId" clId="{7156134A-0D9C-41EC-A872-A12EA5293CCC}" dt="2026-08-05T17:38:30.831" v="759" actId="1076"/>
      <pc:docMkLst>
        <pc:docMk/>
      </pc:docMkLst>
      <pc:sldChg chg="addSp modSp mod">
        <pc:chgData name="Yasam Bhaarathi" userId="8649ae6a4793577f" providerId="LiveId" clId="{7156134A-0D9C-41EC-A872-A12EA5293CCC}" dt="2026-08-05T17:38:30.831" v="759" actId="1076"/>
        <pc:sldMkLst>
          <pc:docMk/>
          <pc:sldMk cId="1712045750" sldId="256"/>
        </pc:sldMkLst>
        <pc:spChg chg="mod">
          <ac:chgData name="Yasam Bhaarathi" userId="8649ae6a4793577f" providerId="LiveId" clId="{7156134A-0D9C-41EC-A872-A12EA5293CCC}" dt="2026-08-05T17:37:22.742" v="740" actId="1076"/>
          <ac:spMkLst>
            <pc:docMk/>
            <pc:sldMk cId="1712045750" sldId="256"/>
            <ac:spMk id="2" creationId="{D5ACAB5A-502C-9358-4B01-04F19789C872}"/>
          </ac:spMkLst>
        </pc:spChg>
        <pc:spChg chg="mod">
          <ac:chgData name="Yasam Bhaarathi" userId="8649ae6a4793577f" providerId="LiveId" clId="{7156134A-0D9C-41EC-A872-A12EA5293CCC}" dt="2026-08-05T17:37:26.611" v="741" actId="1076"/>
          <ac:spMkLst>
            <pc:docMk/>
            <pc:sldMk cId="1712045750" sldId="256"/>
            <ac:spMk id="3" creationId="{5DAB4E64-9558-45E6-7C59-6F1C5073CDF3}"/>
          </ac:spMkLst>
        </pc:spChg>
        <pc:spChg chg="mod">
          <ac:chgData name="Yasam Bhaarathi" userId="8649ae6a4793577f" providerId="LiveId" clId="{7156134A-0D9C-41EC-A872-A12EA5293CCC}" dt="2026-08-05T17:37:42.506" v="744" actId="1076"/>
          <ac:spMkLst>
            <pc:docMk/>
            <pc:sldMk cId="1712045750" sldId="256"/>
            <ac:spMk id="6" creationId="{E0D69BD4-4782-75F3-4E91-B82A4FE2DC63}"/>
          </ac:spMkLst>
        </pc:spChg>
        <pc:spChg chg="mod">
          <ac:chgData name="Yasam Bhaarathi" userId="8649ae6a4793577f" providerId="LiveId" clId="{7156134A-0D9C-41EC-A872-A12EA5293CCC}" dt="2026-08-05T17:37:35.999" v="743" actId="1076"/>
          <ac:spMkLst>
            <pc:docMk/>
            <pc:sldMk cId="1712045750" sldId="256"/>
            <ac:spMk id="7" creationId="{BE89AE3B-ADB7-7831-374C-D65B53369F8D}"/>
          </ac:spMkLst>
        </pc:spChg>
        <pc:spChg chg="add mod">
          <ac:chgData name="Yasam Bhaarathi" userId="8649ae6a4793577f" providerId="LiveId" clId="{7156134A-0D9C-41EC-A872-A12EA5293CCC}" dt="2026-08-05T17:38:30.831" v="759" actId="1076"/>
          <ac:spMkLst>
            <pc:docMk/>
            <pc:sldMk cId="1712045750" sldId="256"/>
            <ac:spMk id="9" creationId="{2B7347B1-6AE5-F97B-BA90-9A0B097E49A8}"/>
          </ac:spMkLst>
        </pc:spChg>
        <pc:picChg chg="add mod ord">
          <ac:chgData name="Yasam Bhaarathi" userId="8649ae6a4793577f" providerId="LiveId" clId="{7156134A-0D9C-41EC-A872-A12EA5293CCC}" dt="2026-08-05T17:28:12.785" v="645" actId="171"/>
          <ac:picMkLst>
            <pc:docMk/>
            <pc:sldMk cId="1712045750" sldId="256"/>
            <ac:picMk id="5" creationId="{61EB7EF6-9E44-9D21-00F0-3914FF432A74}"/>
          </ac:picMkLst>
        </pc:picChg>
      </pc:sldChg>
      <pc:sldChg chg="addSp modSp mod">
        <pc:chgData name="Yasam Bhaarathi" userId="8649ae6a4793577f" providerId="LiveId" clId="{7156134A-0D9C-41EC-A872-A12EA5293CCC}" dt="2026-08-05T17:28:41.938" v="650" actId="1076"/>
        <pc:sldMkLst>
          <pc:docMk/>
          <pc:sldMk cId="4039941685" sldId="257"/>
        </pc:sldMkLst>
        <pc:spChg chg="mod">
          <ac:chgData name="Yasam Bhaarathi" userId="8649ae6a4793577f" providerId="LiveId" clId="{7156134A-0D9C-41EC-A872-A12EA5293CCC}" dt="2026-08-05T16:24:54.775" v="99" actId="403"/>
          <ac:spMkLst>
            <pc:docMk/>
            <pc:sldMk cId="4039941685" sldId="257"/>
            <ac:spMk id="3" creationId="{C14AC584-40F2-6A63-7118-9B21FB2DAB3F}"/>
          </ac:spMkLst>
        </pc:spChg>
        <pc:spChg chg="mod">
          <ac:chgData name="Yasam Bhaarathi" userId="8649ae6a4793577f" providerId="LiveId" clId="{7156134A-0D9C-41EC-A872-A12EA5293CCC}" dt="2026-08-05T16:26:33.389" v="133" actId="1076"/>
          <ac:spMkLst>
            <pc:docMk/>
            <pc:sldMk cId="4039941685" sldId="257"/>
            <ac:spMk id="4" creationId="{A0F14885-C523-28D3-5427-9B4C9A58F48D}"/>
          </ac:spMkLst>
        </pc:spChg>
        <pc:picChg chg="add mod">
          <ac:chgData name="Yasam Bhaarathi" userId="8649ae6a4793577f" providerId="LiveId" clId="{7156134A-0D9C-41EC-A872-A12EA5293CCC}" dt="2026-08-05T17:28:41.938" v="650" actId="1076"/>
          <ac:picMkLst>
            <pc:docMk/>
            <pc:sldMk cId="4039941685" sldId="257"/>
            <ac:picMk id="5" creationId="{B3A878BD-C34E-42A5-44DC-8EB8ECD18CF5}"/>
          </ac:picMkLst>
        </pc:picChg>
      </pc:sldChg>
      <pc:sldChg chg="addSp delSp modSp mod">
        <pc:chgData name="Yasam Bhaarathi" userId="8649ae6a4793577f" providerId="LiveId" clId="{7156134A-0D9C-41EC-A872-A12EA5293CCC}" dt="2026-08-05T17:29:39.673" v="665" actId="208"/>
        <pc:sldMkLst>
          <pc:docMk/>
          <pc:sldMk cId="3109459984" sldId="258"/>
        </pc:sldMkLst>
        <pc:spChg chg="add mod ord">
          <ac:chgData name="Yasam Bhaarathi" userId="8649ae6a4793577f" providerId="LiveId" clId="{7156134A-0D9C-41EC-A872-A12EA5293CCC}" dt="2026-08-05T16:35:37.764" v="243" actId="1076"/>
          <ac:spMkLst>
            <pc:docMk/>
            <pc:sldMk cId="3109459984" sldId="258"/>
            <ac:spMk id="2" creationId="{94E4A23F-35FD-3B3E-68A9-4AC649FAD57B}"/>
          </ac:spMkLst>
        </pc:spChg>
        <pc:spChg chg="del">
          <ac:chgData name="Yasam Bhaarathi" userId="8649ae6a4793577f" providerId="LiveId" clId="{7156134A-0D9C-41EC-A872-A12EA5293CCC}" dt="2026-08-05T16:26:41.805" v="134" actId="478"/>
          <ac:spMkLst>
            <pc:docMk/>
            <pc:sldMk cId="3109459984" sldId="258"/>
            <ac:spMk id="5" creationId="{C046425C-216E-FADB-DC14-6A82ADF33FB5}"/>
          </ac:spMkLst>
        </pc:spChg>
        <pc:spChg chg="add mod">
          <ac:chgData name="Yasam Bhaarathi" userId="8649ae6a4793577f" providerId="LiveId" clId="{7156134A-0D9C-41EC-A872-A12EA5293CCC}" dt="2026-08-05T16:36:37.995" v="251" actId="403"/>
          <ac:spMkLst>
            <pc:docMk/>
            <pc:sldMk cId="3109459984" sldId="258"/>
            <ac:spMk id="6" creationId="{5DC2E68A-4615-A118-6591-1815818F0E79}"/>
          </ac:spMkLst>
        </pc:spChg>
        <pc:spChg chg="mod">
          <ac:chgData name="Yasam Bhaarathi" userId="8649ae6a4793577f" providerId="LiveId" clId="{7156134A-0D9C-41EC-A872-A12EA5293CCC}" dt="2026-08-05T17:29:27.403" v="662" actId="14100"/>
          <ac:spMkLst>
            <pc:docMk/>
            <pc:sldMk cId="3109459984" sldId="258"/>
            <ac:spMk id="7" creationId="{A16131CD-373E-98A9-5B55-641415D2EBE3}"/>
          </ac:spMkLst>
        </pc:spChg>
        <pc:spChg chg="add mod">
          <ac:chgData name="Yasam Bhaarathi" userId="8649ae6a4793577f" providerId="LiveId" clId="{7156134A-0D9C-41EC-A872-A12EA5293CCC}" dt="2026-08-05T16:37:01.618" v="255" actId="1076"/>
          <ac:spMkLst>
            <pc:docMk/>
            <pc:sldMk cId="3109459984" sldId="258"/>
            <ac:spMk id="8" creationId="{457D7CB4-E71D-37EC-CB87-D464F1D3F394}"/>
          </ac:spMkLst>
        </pc:spChg>
        <pc:spChg chg="add mod ord">
          <ac:chgData name="Yasam Bhaarathi" userId="8649ae6a4793577f" providerId="LiveId" clId="{7156134A-0D9C-41EC-A872-A12EA5293CCC}" dt="2026-08-05T17:29:39.673" v="665" actId="208"/>
          <ac:spMkLst>
            <pc:docMk/>
            <pc:sldMk cId="3109459984" sldId="258"/>
            <ac:spMk id="9" creationId="{6F41FF56-6797-A875-16F6-C409A5A75941}"/>
          </ac:spMkLst>
        </pc:spChg>
        <pc:picChg chg="add mod ord">
          <ac:chgData name="Yasam Bhaarathi" userId="8649ae6a4793577f" providerId="LiveId" clId="{7156134A-0D9C-41EC-A872-A12EA5293CCC}" dt="2026-08-05T17:29:09.897" v="660" actId="14100"/>
          <ac:picMkLst>
            <pc:docMk/>
            <pc:sldMk cId="3109459984" sldId="258"/>
            <ac:picMk id="11" creationId="{0F394205-6790-6C5C-3470-5FBD224674A3}"/>
          </ac:picMkLst>
        </pc:picChg>
        <pc:cxnChg chg="add del">
          <ac:chgData name="Yasam Bhaarathi" userId="8649ae6a4793577f" providerId="LiveId" clId="{7156134A-0D9C-41EC-A872-A12EA5293CCC}" dt="2026-08-05T16:30:26.982" v="187" actId="11529"/>
          <ac:cxnSpMkLst>
            <pc:docMk/>
            <pc:sldMk cId="3109459984" sldId="258"/>
            <ac:cxnSpMk id="4" creationId="{5E5A179B-A2D4-CC35-0EE2-DBA2998D34E7}"/>
          </ac:cxnSpMkLst>
        </pc:cxnChg>
      </pc:sldChg>
      <pc:sldChg chg="addSp delSp modSp mod">
        <pc:chgData name="Yasam Bhaarathi" userId="8649ae6a4793577f" providerId="LiveId" clId="{7156134A-0D9C-41EC-A872-A12EA5293CCC}" dt="2026-08-05T17:31:02.907" v="682" actId="1076"/>
        <pc:sldMkLst>
          <pc:docMk/>
          <pc:sldMk cId="2281528529" sldId="259"/>
        </pc:sldMkLst>
        <pc:spChg chg="mod">
          <ac:chgData name="Yasam Bhaarathi" userId="8649ae6a4793577f" providerId="LiveId" clId="{7156134A-0D9C-41EC-A872-A12EA5293CCC}" dt="2026-08-05T17:02:03.057" v="296" actId="14100"/>
          <ac:spMkLst>
            <pc:docMk/>
            <pc:sldMk cId="2281528529" sldId="259"/>
            <ac:spMk id="3" creationId="{220414C4-D50B-5E30-DC16-683BF63A5CAC}"/>
          </ac:spMkLst>
        </pc:spChg>
        <pc:spChg chg="add del mod">
          <ac:chgData name="Yasam Bhaarathi" userId="8649ae6a4793577f" providerId="LiveId" clId="{7156134A-0D9C-41EC-A872-A12EA5293CCC}" dt="2026-08-05T16:38:59.861" v="270" actId="478"/>
          <ac:spMkLst>
            <pc:docMk/>
            <pc:sldMk cId="2281528529" sldId="259"/>
            <ac:spMk id="4" creationId="{EA4CBA18-4ED8-7031-95F3-3B6BDAD2C734}"/>
          </ac:spMkLst>
        </pc:spChg>
        <pc:spChg chg="del">
          <ac:chgData name="Yasam Bhaarathi" userId="8649ae6a4793577f" providerId="LiveId" clId="{7156134A-0D9C-41EC-A872-A12EA5293CCC}" dt="2026-08-05T16:38:00.827" v="265" actId="478"/>
          <ac:spMkLst>
            <pc:docMk/>
            <pc:sldMk cId="2281528529" sldId="259"/>
            <ac:spMk id="5" creationId="{DD487356-0F0C-79FD-055F-AA1505E61ACB}"/>
          </ac:spMkLst>
        </pc:spChg>
        <pc:graphicFrameChg chg="add mod modGraphic">
          <ac:chgData name="Yasam Bhaarathi" userId="8649ae6a4793577f" providerId="LiveId" clId="{7156134A-0D9C-41EC-A872-A12EA5293CCC}" dt="2026-08-05T17:31:02.907" v="682" actId="1076"/>
          <ac:graphicFrameMkLst>
            <pc:docMk/>
            <pc:sldMk cId="2281528529" sldId="259"/>
            <ac:graphicFrameMk id="6" creationId="{614CB9E4-3072-4993-B8DF-1694D366DF62}"/>
          </ac:graphicFrameMkLst>
        </pc:graphicFrameChg>
        <pc:picChg chg="add mod">
          <ac:chgData name="Yasam Bhaarathi" userId="8649ae6a4793577f" providerId="LiveId" clId="{7156134A-0D9C-41EC-A872-A12EA5293CCC}" dt="2026-08-05T17:29:55.158" v="669" actId="14100"/>
          <ac:picMkLst>
            <pc:docMk/>
            <pc:sldMk cId="2281528529" sldId="259"/>
            <ac:picMk id="8" creationId="{1B997069-CF14-C8DC-156F-194053E3E16A}"/>
          </ac:picMkLst>
        </pc:picChg>
      </pc:sldChg>
      <pc:sldChg chg="addSp modSp mod">
        <pc:chgData name="Yasam Bhaarathi" userId="8649ae6a4793577f" providerId="LiveId" clId="{7156134A-0D9C-41EC-A872-A12EA5293CCC}" dt="2026-08-05T17:34:44.692" v="716" actId="2711"/>
        <pc:sldMkLst>
          <pc:docMk/>
          <pc:sldMk cId="3566193285" sldId="260"/>
        </pc:sldMkLst>
        <pc:spChg chg="add mod">
          <ac:chgData name="Yasam Bhaarathi" userId="8649ae6a4793577f" providerId="LiveId" clId="{7156134A-0D9C-41EC-A872-A12EA5293CCC}" dt="2026-08-05T17:31:36.391" v="688" actId="13822"/>
          <ac:spMkLst>
            <pc:docMk/>
            <pc:sldMk cId="3566193285" sldId="260"/>
            <ac:spMk id="2" creationId="{9D31739E-D62A-1366-1460-9DA995D50D93}"/>
          </ac:spMkLst>
        </pc:spChg>
        <pc:spChg chg="mod">
          <ac:chgData name="Yasam Bhaarathi" userId="8649ae6a4793577f" providerId="LiveId" clId="{7156134A-0D9C-41EC-A872-A12EA5293CCC}" dt="2026-08-05T17:10:41.948" v="408" actId="1076"/>
          <ac:spMkLst>
            <pc:docMk/>
            <pc:sldMk cId="3566193285" sldId="260"/>
            <ac:spMk id="3" creationId="{7D31C0CB-FBA6-10A7-45C1-A61E2251F1C6}"/>
          </ac:spMkLst>
        </pc:spChg>
        <pc:spChg chg="add mod">
          <ac:chgData name="Yasam Bhaarathi" userId="8649ae6a4793577f" providerId="LiveId" clId="{7156134A-0D9C-41EC-A872-A12EA5293CCC}" dt="2026-08-05T17:34:34.046" v="715" actId="2711"/>
          <ac:spMkLst>
            <pc:docMk/>
            <pc:sldMk cId="3566193285" sldId="260"/>
            <ac:spMk id="4" creationId="{197410F9-4531-5CB3-FFF9-4DAB8C81D8E2}"/>
          </ac:spMkLst>
        </pc:spChg>
        <pc:spChg chg="add mod">
          <ac:chgData name="Yasam Bhaarathi" userId="8649ae6a4793577f" providerId="LiveId" clId="{7156134A-0D9C-41EC-A872-A12EA5293CCC}" dt="2026-08-05T17:33:09.927" v="704" actId="14100"/>
          <ac:spMkLst>
            <pc:docMk/>
            <pc:sldMk cId="3566193285" sldId="260"/>
            <ac:spMk id="6" creationId="{EA5B2E31-C383-9E34-0DD3-E9B59AB349A8}"/>
          </ac:spMkLst>
        </pc:spChg>
        <pc:spChg chg="add mod">
          <ac:chgData name="Yasam Bhaarathi" userId="8649ae6a4793577f" providerId="LiveId" clId="{7156134A-0D9C-41EC-A872-A12EA5293CCC}" dt="2026-08-05T17:34:44.692" v="716" actId="2711"/>
          <ac:spMkLst>
            <pc:docMk/>
            <pc:sldMk cId="3566193285" sldId="260"/>
            <ac:spMk id="7" creationId="{662710B5-EEB4-522C-4CDA-58030C91592A}"/>
          </ac:spMkLst>
        </pc:spChg>
        <pc:graphicFrameChg chg="add mod modGraphic">
          <ac:chgData name="Yasam Bhaarathi" userId="8649ae6a4793577f" providerId="LiveId" clId="{7156134A-0D9C-41EC-A872-A12EA5293CCC}" dt="2026-08-05T17:32:37.886" v="700" actId="403"/>
          <ac:graphicFrameMkLst>
            <pc:docMk/>
            <pc:sldMk cId="3566193285" sldId="260"/>
            <ac:graphicFrameMk id="5" creationId="{B14DEFC1-17B3-3EAD-DAC2-7ED6ED2A1E3E}"/>
          </ac:graphicFrameMkLst>
        </pc:graphicFrameChg>
        <pc:graphicFrameChg chg="add mod modGraphic">
          <ac:chgData name="Yasam Bhaarathi" userId="8649ae6a4793577f" providerId="LiveId" clId="{7156134A-0D9C-41EC-A872-A12EA5293CCC}" dt="2026-08-05T17:34:20.390" v="714" actId="403"/>
          <ac:graphicFrameMkLst>
            <pc:docMk/>
            <pc:sldMk cId="3566193285" sldId="260"/>
            <ac:graphicFrameMk id="8" creationId="{82D2D17F-B866-3208-1499-53E10C260B4C}"/>
          </ac:graphicFrameMkLst>
        </pc:graphicFrameChg>
        <pc:picChg chg="add mod">
          <ac:chgData name="Yasam Bhaarathi" userId="8649ae6a4793577f" providerId="LiveId" clId="{7156134A-0D9C-41EC-A872-A12EA5293CCC}" dt="2026-08-05T17:31:16.624" v="686" actId="14100"/>
          <ac:picMkLst>
            <pc:docMk/>
            <pc:sldMk cId="3566193285" sldId="260"/>
            <ac:picMk id="10" creationId="{EDB66AC9-97A6-F625-FBEA-D4C9D1B251AB}"/>
          </ac:picMkLst>
        </pc:picChg>
      </pc:sldChg>
      <pc:sldChg chg="addSp delSp modSp mod">
        <pc:chgData name="Yasam Bhaarathi" userId="8649ae6a4793577f" providerId="LiveId" clId="{7156134A-0D9C-41EC-A872-A12EA5293CCC}" dt="2026-08-05T17:35:39.284" v="729" actId="13822"/>
        <pc:sldMkLst>
          <pc:docMk/>
          <pc:sldMk cId="2660262230" sldId="261"/>
        </pc:sldMkLst>
        <pc:spChg chg="del mod">
          <ac:chgData name="Yasam Bhaarathi" userId="8649ae6a4793577f" providerId="LiveId" clId="{7156134A-0D9C-41EC-A872-A12EA5293CCC}" dt="2026-08-05T17:11:29.226" v="414" actId="21"/>
          <ac:spMkLst>
            <pc:docMk/>
            <pc:sldMk cId="2660262230" sldId="261"/>
            <ac:spMk id="3" creationId="{6DC7F5DE-0C4C-EFE7-7930-D94C890BFA81}"/>
          </ac:spMkLst>
        </pc:spChg>
        <pc:spChg chg="add mod ord">
          <ac:chgData name="Yasam Bhaarathi" userId="8649ae6a4793577f" providerId="LiveId" clId="{7156134A-0D9C-41EC-A872-A12EA5293CCC}" dt="2026-08-05T17:17:21.211" v="535" actId="2711"/>
          <ac:spMkLst>
            <pc:docMk/>
            <pc:sldMk cId="2660262230" sldId="261"/>
            <ac:spMk id="4" creationId="{BC48CEE3-7E3B-45EA-5B43-C57D1732E23B}"/>
          </ac:spMkLst>
        </pc:spChg>
        <pc:spChg chg="del">
          <ac:chgData name="Yasam Bhaarathi" userId="8649ae6a4793577f" providerId="LiveId" clId="{7156134A-0D9C-41EC-A872-A12EA5293CCC}" dt="2026-08-05T17:11:31.817" v="415" actId="21"/>
          <ac:spMkLst>
            <pc:docMk/>
            <pc:sldMk cId="2660262230" sldId="261"/>
            <ac:spMk id="5" creationId="{3BCFAD90-25BB-DF74-3183-721A24375DEA}"/>
          </ac:spMkLst>
        </pc:spChg>
        <pc:spChg chg="add del mod">
          <ac:chgData name="Yasam Bhaarathi" userId="8649ae6a4793577f" providerId="LiveId" clId="{7156134A-0D9C-41EC-A872-A12EA5293CCC}" dt="2026-08-05T17:13:18.323" v="483"/>
          <ac:spMkLst>
            <pc:docMk/>
            <pc:sldMk cId="2660262230" sldId="261"/>
            <ac:spMk id="6" creationId="{C3560088-E444-0195-F83C-4C2966AF8CB0}"/>
          </ac:spMkLst>
        </pc:spChg>
        <pc:spChg chg="add mod ord">
          <ac:chgData name="Yasam Bhaarathi" userId="8649ae6a4793577f" providerId="LiveId" clId="{7156134A-0D9C-41EC-A872-A12EA5293CCC}" dt="2026-08-05T17:35:20.324" v="726" actId="1076"/>
          <ac:spMkLst>
            <pc:docMk/>
            <pc:sldMk cId="2660262230" sldId="261"/>
            <ac:spMk id="7" creationId="{21695E36-F370-558D-88FB-70F12CC2BCAA}"/>
          </ac:spMkLst>
        </pc:spChg>
        <pc:spChg chg="add del mod">
          <ac:chgData name="Yasam Bhaarathi" userId="8649ae6a4793577f" providerId="LiveId" clId="{7156134A-0D9C-41EC-A872-A12EA5293CCC}" dt="2026-08-05T17:12:44.349" v="430" actId="11529"/>
          <ac:spMkLst>
            <pc:docMk/>
            <pc:sldMk cId="2660262230" sldId="261"/>
            <ac:spMk id="8" creationId="{3C62E0E7-F5BB-FDC5-9D6D-A67B6BEAA57D}"/>
          </ac:spMkLst>
        </pc:spChg>
        <pc:spChg chg="add del mod">
          <ac:chgData name="Yasam Bhaarathi" userId="8649ae6a4793577f" providerId="LiveId" clId="{7156134A-0D9C-41EC-A872-A12EA5293CCC}" dt="2026-08-05T17:13:18.323" v="485"/>
          <ac:spMkLst>
            <pc:docMk/>
            <pc:sldMk cId="2660262230" sldId="261"/>
            <ac:spMk id="9" creationId="{1B0FAB9F-40D5-C6E7-245D-7D728689C224}"/>
          </ac:spMkLst>
        </pc:spChg>
        <pc:spChg chg="add mod ord">
          <ac:chgData name="Yasam Bhaarathi" userId="8649ae6a4793577f" providerId="LiveId" clId="{7156134A-0D9C-41EC-A872-A12EA5293CCC}" dt="2026-08-05T17:19:00.704" v="554" actId="14100"/>
          <ac:spMkLst>
            <pc:docMk/>
            <pc:sldMk cId="2660262230" sldId="261"/>
            <ac:spMk id="10" creationId="{F097C131-16F4-671D-20A6-C085E4BB4174}"/>
          </ac:spMkLst>
        </pc:spChg>
        <pc:spChg chg="add mod">
          <ac:chgData name="Yasam Bhaarathi" userId="8649ae6a4793577f" providerId="LiveId" clId="{7156134A-0D9C-41EC-A872-A12EA5293CCC}" dt="2026-08-05T17:35:29.079" v="727" actId="13822"/>
          <ac:spMkLst>
            <pc:docMk/>
            <pc:sldMk cId="2660262230" sldId="261"/>
            <ac:spMk id="11" creationId="{C0F0D626-BFBB-9C35-31A0-792E3864FE4F}"/>
          </ac:spMkLst>
        </pc:spChg>
        <pc:spChg chg="add mod">
          <ac:chgData name="Yasam Bhaarathi" userId="8649ae6a4793577f" providerId="LiveId" clId="{7156134A-0D9C-41EC-A872-A12EA5293CCC}" dt="2026-08-05T17:35:33.524" v="728" actId="13822"/>
          <ac:spMkLst>
            <pc:docMk/>
            <pc:sldMk cId="2660262230" sldId="261"/>
            <ac:spMk id="12" creationId="{A7209A98-942B-4CC8-ED04-857DC3D34F13}"/>
          </ac:spMkLst>
        </pc:spChg>
        <pc:spChg chg="add mod ord">
          <ac:chgData name="Yasam Bhaarathi" userId="8649ae6a4793577f" providerId="LiveId" clId="{7156134A-0D9C-41EC-A872-A12EA5293CCC}" dt="2026-08-05T17:35:39.284" v="729" actId="13822"/>
          <ac:spMkLst>
            <pc:docMk/>
            <pc:sldMk cId="2660262230" sldId="261"/>
            <ac:spMk id="13" creationId="{EB8FBE01-1810-8181-4DF2-24DBAD41BED1}"/>
          </ac:spMkLst>
        </pc:spChg>
        <pc:picChg chg="add mod">
          <ac:chgData name="Yasam Bhaarathi" userId="8649ae6a4793577f" providerId="LiveId" clId="{7156134A-0D9C-41EC-A872-A12EA5293CCC}" dt="2026-08-05T17:35:15.902" v="725" actId="14100"/>
          <ac:picMkLst>
            <pc:docMk/>
            <pc:sldMk cId="2660262230" sldId="261"/>
            <ac:picMk id="15" creationId="{6215DE35-46D6-26FF-F16A-C3BDED12A4CE}"/>
          </ac:picMkLst>
        </pc:picChg>
      </pc:sldChg>
      <pc:sldChg chg="addSp modSp mod">
        <pc:chgData name="Yasam Bhaarathi" userId="8649ae6a4793577f" providerId="LiveId" clId="{7156134A-0D9C-41EC-A872-A12EA5293CCC}" dt="2026-08-05T17:36:00.933" v="736" actId="1076"/>
        <pc:sldMkLst>
          <pc:docMk/>
          <pc:sldMk cId="2997464564" sldId="262"/>
        </pc:sldMkLst>
        <pc:spChg chg="mod">
          <ac:chgData name="Yasam Bhaarathi" userId="8649ae6a4793577f" providerId="LiveId" clId="{7156134A-0D9C-41EC-A872-A12EA5293CCC}" dt="2026-08-05T17:36:00.933" v="736" actId="1076"/>
          <ac:spMkLst>
            <pc:docMk/>
            <pc:sldMk cId="2997464564" sldId="262"/>
            <ac:spMk id="3" creationId="{95CAB53C-5E7A-B45B-8975-1EC1127E99FA}"/>
          </ac:spMkLst>
        </pc:spChg>
        <pc:picChg chg="add mod">
          <ac:chgData name="Yasam Bhaarathi" userId="8649ae6a4793577f" providerId="LiveId" clId="{7156134A-0D9C-41EC-A872-A12EA5293CCC}" dt="2026-08-05T17:35:55.388" v="735" actId="1076"/>
          <ac:picMkLst>
            <pc:docMk/>
            <pc:sldMk cId="2997464564" sldId="262"/>
            <ac:picMk id="4" creationId="{ED18DCDD-56B9-B365-E2AC-850B59F7B49F}"/>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IN"/>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36F4F63B-1BAB-4A48-9328-301F91C0D1BC}" type="datetimeFigureOut">
              <a:rPr lang="en-IN" smtClean="0"/>
              <a:t>12-08-2026</a:t>
            </a:fld>
            <a:endParaRPr lang="en-IN"/>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3701176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2525607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IN"/>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36F4F63B-1BAB-4A48-9328-301F91C0D1BC}" type="datetimeFigureOut">
              <a:rPr lang="en-IN" smtClean="0"/>
              <a:t>12-08-2026</a:t>
            </a:fld>
            <a:endParaRPr lang="en-IN"/>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D36EBF1A-7D8E-44CD-B56D-AC04975BDF3F}" type="slidenum">
              <a:rPr lang="en-IN" smtClean="0"/>
              <a:t>‹#›</a:t>
            </a:fld>
            <a:endParaRPr lang="en-IN"/>
          </a:p>
        </p:txBody>
      </p:sp>
    </p:spTree>
    <p:extLst>
      <p:ext uri="{BB962C8B-B14F-4D97-AF65-F5344CB8AC3E}">
        <p14:creationId xmlns:p14="http://schemas.microsoft.com/office/powerpoint/2010/main" val="9426438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IN"/>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D36EBF1A-7D8E-44CD-B56D-AC04975BDF3F}" type="slidenum">
              <a:rPr lang="en-IN" smtClean="0"/>
              <a:t>‹#›</a:t>
            </a:fld>
            <a:endParaRPr lang="en-IN"/>
          </a:p>
        </p:txBody>
      </p:sp>
    </p:spTree>
    <p:extLst>
      <p:ext uri="{BB962C8B-B14F-4D97-AF65-F5344CB8AC3E}">
        <p14:creationId xmlns:p14="http://schemas.microsoft.com/office/powerpoint/2010/main" val="18472066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ABAD28B-DD56-4B56-883A-96608C765E28}" type="datetimeFigureOut">
              <a:rPr lang="en-US" smtClean="0"/>
              <a:pPr/>
              <a:t>8/12/2026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7DF5BAF5-ABAB-4575-8E56-D109A3D17F9F}" type="slidenum">
              <a:rPr lang="en-US" smtClean="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3833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250593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79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2797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81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IN"/>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D36EBF1A-7D8E-44CD-B56D-AC04975BDF3F}" type="slidenum">
              <a:rPr lang="en-IN" smtClean="0"/>
              <a:t>‹#›</a:t>
            </a:fld>
            <a:endParaRPr lang="en-IN"/>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630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36F4F63B-1BAB-4A48-9328-301F91C0D1BC}" type="datetimeFigureOut">
              <a:rPr lang="en-IN" smtClean="0"/>
              <a:t>12-08-2026</a:t>
            </a:fld>
            <a:endParaRPr lang="en-IN"/>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IN"/>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D36EBF1A-7D8E-44CD-B56D-AC04975BDF3F}" type="slidenum">
              <a:rPr lang="en-IN" smtClean="0"/>
              <a:t>‹#›</a:t>
            </a:fld>
            <a:endParaRPr lang="en-IN"/>
          </a:p>
        </p:txBody>
      </p:sp>
    </p:spTree>
    <p:extLst>
      <p:ext uri="{BB962C8B-B14F-4D97-AF65-F5344CB8AC3E}">
        <p14:creationId xmlns:p14="http://schemas.microsoft.com/office/powerpoint/2010/main" val="350691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36F4F63B-1BAB-4A48-9328-301F91C0D1BC}" type="datetimeFigureOut">
              <a:rPr lang="en-IN" smtClean="0"/>
              <a:t>12-08-2026</a:t>
            </a:fld>
            <a:endParaRPr lang="en-IN"/>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D36EBF1A-7D8E-44CD-B56D-AC04975BDF3F}" type="slidenum">
              <a:rPr lang="en-IN" smtClean="0"/>
              <a:t>‹#›</a:t>
            </a:fld>
            <a:endParaRPr lang="en-IN"/>
          </a:p>
        </p:txBody>
      </p:sp>
    </p:spTree>
    <p:extLst>
      <p:ext uri="{BB962C8B-B14F-4D97-AF65-F5344CB8AC3E}">
        <p14:creationId xmlns:p14="http://schemas.microsoft.com/office/powerpoint/2010/main" val="2465737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36F4F63B-1BAB-4A48-9328-301F91C0D1BC}" type="datetimeFigureOut">
              <a:rPr lang="en-IN" smtClean="0"/>
              <a:t>12-08-2026</a:t>
            </a:fld>
            <a:endParaRPr lang="en-IN"/>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IN"/>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D36EBF1A-7D8E-44CD-B56D-AC04975BDF3F}" type="slidenum">
              <a:rPr lang="en-IN" smtClean="0"/>
              <a:t>‹#›</a:t>
            </a:fld>
            <a:endParaRPr lang="en-IN"/>
          </a:p>
        </p:txBody>
      </p:sp>
    </p:spTree>
    <p:extLst>
      <p:ext uri="{BB962C8B-B14F-4D97-AF65-F5344CB8AC3E}">
        <p14:creationId xmlns:p14="http://schemas.microsoft.com/office/powerpoint/2010/main" val="19653725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36F4F63B-1BAB-4A48-9328-301F91C0D1BC}" type="datetimeFigureOut">
              <a:rPr lang="en-IN" smtClean="0"/>
              <a:t>12-08-2026</a:t>
            </a:fld>
            <a:endParaRPr lang="en-IN"/>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D36EBF1A-7D8E-44CD-B56D-AC04975BDF3F}" type="slidenum">
              <a:rPr lang="en-IN" smtClean="0"/>
              <a:t>‹#›</a:t>
            </a:fld>
            <a:endParaRPr lang="en-IN"/>
          </a:p>
        </p:txBody>
      </p:sp>
    </p:spTree>
    <p:extLst>
      <p:ext uri="{BB962C8B-B14F-4D97-AF65-F5344CB8AC3E}">
        <p14:creationId xmlns:p14="http://schemas.microsoft.com/office/powerpoint/2010/main" val="19481615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36F4F63B-1BAB-4A48-9328-301F91C0D1BC}" type="datetimeFigureOut">
              <a:rPr lang="en-IN" smtClean="0"/>
              <a:t>12-08-2026</a:t>
            </a:fld>
            <a:endParaRPr lang="en-IN"/>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D36EBF1A-7D8E-44CD-B56D-AC04975BDF3F}" type="slidenum">
              <a:rPr lang="en-IN" smtClean="0"/>
              <a:t>‹#›</a:t>
            </a:fld>
            <a:endParaRPr lang="en-IN"/>
          </a:p>
        </p:txBody>
      </p:sp>
    </p:spTree>
    <p:extLst>
      <p:ext uri="{BB962C8B-B14F-4D97-AF65-F5344CB8AC3E}">
        <p14:creationId xmlns:p14="http://schemas.microsoft.com/office/powerpoint/2010/main" val="3033195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865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5329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IN"/>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36F4F63B-1BAB-4A48-9328-301F91C0D1BC}" type="datetimeFigureOut">
              <a:rPr lang="en-IN" smtClean="0"/>
              <a:t>12-08-2026</a:t>
            </a:fld>
            <a:endParaRPr lang="en-IN"/>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D36EBF1A-7D8E-44CD-B56D-AC04975BDF3F}"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8584124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27450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174619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t>8/12/2026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33484261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31754250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8119268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7342264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42196337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33000452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t>‹#›</a:t>
            </a:fld>
            <a:endParaRPr lang="en-IN"/>
          </a:p>
        </p:txBody>
      </p:sp>
    </p:spTree>
    <p:extLst>
      <p:ext uri="{BB962C8B-B14F-4D97-AF65-F5344CB8AC3E}">
        <p14:creationId xmlns:p14="http://schemas.microsoft.com/office/powerpoint/2010/main" val="8770120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le">
    <p:bg>
      <p:bgPr>
        <a:solidFill>
          <a:schemeClr val="bg2">
            <a:alpha val="60000"/>
          </a:schemeClr>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IN"/>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D36EBF1A-7D8E-44CD-B56D-AC04975BDF3F}" type="slidenum">
              <a:rPr lang="en-IN" smtClean="0"/>
              <a:t>‹#›</a:t>
            </a:fld>
            <a:endParaRPr lang="en-IN"/>
          </a:p>
        </p:txBody>
      </p:sp>
    </p:spTree>
    <p:extLst>
      <p:ext uri="{BB962C8B-B14F-4D97-AF65-F5344CB8AC3E}">
        <p14:creationId xmlns:p14="http://schemas.microsoft.com/office/powerpoint/2010/main" val="26171149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IN"/>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36F4F63B-1BAB-4A48-9328-301F91C0D1BC}" type="datetimeFigureOut">
              <a:rPr lang="en-IN" smtClean="0"/>
              <a:t>12-08-2026</a:t>
            </a:fld>
            <a:endParaRPr lang="en-IN"/>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D36EBF1A-7D8E-44CD-B56D-AC04975BDF3F}" type="slidenum">
              <a:rPr lang="en-IN" smtClean="0"/>
              <a:t>‹#›</a:t>
            </a:fld>
            <a:endParaRPr lang="en-IN"/>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7484214"/>
      </p:ext>
    </p:extLst>
  </p:cSld>
  <p:clrMap bg1="lt1" tx1="dk1" bg2="lt2" tx2="dk2" accent1="accent1" accent2="accent2" accent3="accent3" accent4="accent4" accent5="accent5" accent6="accent6" hlink="hlink" folHlink="folHlink"/>
  <p:sldLayoutIdLst>
    <p:sldLayoutId id="2147483956"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 id="2147483965" r:id="rId10"/>
    <p:sldLayoutId id="2147483966" r:id="rId11"/>
    <p:sldLayoutId id="2147483967" r:id="rId12"/>
    <p:sldLayoutId id="2147483968" r:id="rId13"/>
    <p:sldLayoutId id="2147483969" r:id="rId14"/>
    <p:sldLayoutId id="2147483970" r:id="rId15"/>
    <p:sldLayoutId id="2147483971" r:id="rId16"/>
    <p:sldLayoutId id="2147483972" r:id="rId17"/>
    <p:sldLayoutId id="2147483973" r:id="rId18"/>
    <p:sldLayoutId id="2147483974" r:id="rId19"/>
    <p:sldLayoutId id="2147483975" r:id="rId20"/>
    <p:sldLayoutId id="2147483976" r:id="rId21"/>
    <p:sldLayoutId id="2147483977" r:id="rId22"/>
    <p:sldLayoutId id="2147483978" r:id="rId23"/>
    <p:sldLayoutId id="2147483979" r:id="rId24"/>
    <p:sldLayoutId id="2147483980" r:id="rId25"/>
    <p:sldLayoutId id="2147483981" r:id="rId26"/>
    <p:sldLayoutId id="2147483982" r:id="rId27"/>
    <p:sldLayoutId id="2147483983" r:id="rId28"/>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CAB5A-502C-9358-4B01-04F19789C872}"/>
              </a:ext>
            </a:extLst>
          </p:cNvPr>
          <p:cNvSpPr>
            <a:spLocks noGrp="1"/>
          </p:cNvSpPr>
          <p:nvPr>
            <p:ph type="title"/>
          </p:nvPr>
        </p:nvSpPr>
        <p:spPr>
          <a:xfrm>
            <a:off x="105536" y="1205867"/>
            <a:ext cx="12502896" cy="1342835"/>
          </a:xfrm>
        </p:spPr>
        <p:txBody>
          <a:bodyPr>
            <a:noAutofit/>
          </a:bodyPr>
          <a:lstStyle/>
          <a:p>
            <a:r>
              <a:rPr lang="en-US" sz="6600" dirty="0">
                <a:latin typeface="Sitka Subheading Semibold" pitchFamily="2" charset="0"/>
              </a:rPr>
              <a:t>Legal Document Repository</a:t>
            </a:r>
            <a:endParaRPr lang="en-IN" sz="6600" dirty="0">
              <a:latin typeface="Sitka Subheading Semibold" pitchFamily="2" charset="0"/>
            </a:endParaRPr>
          </a:p>
        </p:txBody>
      </p:sp>
      <p:sp>
        <p:nvSpPr>
          <p:cNvPr id="3" name="Subtitle 2">
            <a:extLst>
              <a:ext uri="{FF2B5EF4-FFF2-40B4-BE49-F238E27FC236}">
                <a16:creationId xmlns:a16="http://schemas.microsoft.com/office/drawing/2014/main" id="{5DAB4E64-9558-45E6-7C59-6F1C5073CDF3}"/>
              </a:ext>
            </a:extLst>
          </p:cNvPr>
          <p:cNvSpPr>
            <a:spLocks noGrp="1"/>
          </p:cNvSpPr>
          <p:nvPr>
            <p:ph type="subTitle" idx="1"/>
          </p:nvPr>
        </p:nvSpPr>
        <p:spPr>
          <a:xfrm>
            <a:off x="665988" y="2457562"/>
            <a:ext cx="9686544" cy="841946"/>
          </a:xfrm>
        </p:spPr>
        <p:txBody>
          <a:bodyPr/>
          <a:lstStyle/>
          <a:p>
            <a:r>
              <a:rPr lang="en-IN" dirty="0">
                <a:latin typeface="Tempus Sans ITC" panose="04020404030D07020202" pitchFamily="82" charset="0"/>
              </a:rPr>
              <a:t>Efficient Search and Retrieval of Legal Documents Using Advanced Data Structures and Algorithms</a:t>
            </a:r>
          </a:p>
        </p:txBody>
      </p:sp>
      <p:sp>
        <p:nvSpPr>
          <p:cNvPr id="6" name="TextBox 5">
            <a:extLst>
              <a:ext uri="{FF2B5EF4-FFF2-40B4-BE49-F238E27FC236}">
                <a16:creationId xmlns:a16="http://schemas.microsoft.com/office/drawing/2014/main" id="{E0D69BD4-4782-75F3-4E91-B82A4FE2DC63}"/>
              </a:ext>
            </a:extLst>
          </p:cNvPr>
          <p:cNvSpPr txBox="1"/>
          <p:nvPr/>
        </p:nvSpPr>
        <p:spPr>
          <a:xfrm>
            <a:off x="6503288" y="3341426"/>
            <a:ext cx="5859400" cy="1323439"/>
          </a:xfrm>
          <a:prstGeom prst="rect">
            <a:avLst/>
          </a:prstGeom>
          <a:noFill/>
        </p:spPr>
        <p:txBody>
          <a:bodyPr wrap="square" rtlCol="0">
            <a:spAutoFit/>
          </a:bodyPr>
          <a:lstStyle/>
          <a:p>
            <a:r>
              <a:rPr lang="en-US" sz="2000" dirty="0">
                <a:latin typeface="Eras Demi ITC" panose="020B0805030504020804" pitchFamily="34" charset="0"/>
                <a:cs typeface="Courier New" panose="02070309020205020404" pitchFamily="49" charset="0"/>
              </a:rPr>
              <a:t>Team Members:</a:t>
            </a:r>
          </a:p>
          <a:p>
            <a:pPr algn="ctr"/>
            <a:r>
              <a:rPr lang="en-US" sz="2000" dirty="0">
                <a:latin typeface="Lucida Sans Unicode" panose="020B0602030504020204" pitchFamily="34" charset="0"/>
                <a:cs typeface="Lucida Sans Unicode" panose="020B0602030504020204" pitchFamily="34" charset="0"/>
              </a:rPr>
              <a:t>Yasam Bhaarathi    (2520030211)</a:t>
            </a:r>
          </a:p>
          <a:p>
            <a:pPr algn="ctr"/>
            <a:r>
              <a:rPr lang="en-US" sz="2000" dirty="0">
                <a:latin typeface="Lucida Sans Unicode" panose="020B0602030504020204" pitchFamily="34" charset="0"/>
                <a:cs typeface="Lucida Sans Unicode" panose="020B0602030504020204" pitchFamily="34" charset="0"/>
              </a:rPr>
              <a:t>Alluru Akshaya      (2520030289)</a:t>
            </a:r>
          </a:p>
          <a:p>
            <a:pPr algn="ctr"/>
            <a:r>
              <a:rPr lang="en-US" sz="2000" dirty="0">
                <a:latin typeface="Lucida Sans Unicode" panose="020B0602030504020204" pitchFamily="34" charset="0"/>
                <a:cs typeface="Lucida Sans Unicode" panose="020B0602030504020204" pitchFamily="34" charset="0"/>
              </a:rPr>
              <a:t>Chada Hasika        (2520030372)</a:t>
            </a:r>
            <a:endParaRPr lang="en-IN" sz="2000" dirty="0">
              <a:latin typeface="Lucida Sans Unicode" panose="020B0602030504020204" pitchFamily="34" charset="0"/>
              <a:cs typeface="Lucida Sans Unicode" panose="020B0602030504020204" pitchFamily="34" charset="0"/>
            </a:endParaRPr>
          </a:p>
        </p:txBody>
      </p:sp>
      <p:sp>
        <p:nvSpPr>
          <p:cNvPr id="7" name="TextBox 6">
            <a:extLst>
              <a:ext uri="{FF2B5EF4-FFF2-40B4-BE49-F238E27FC236}">
                <a16:creationId xmlns:a16="http://schemas.microsoft.com/office/drawing/2014/main" id="{BE89AE3B-ADB7-7831-374C-D65B53369F8D}"/>
              </a:ext>
            </a:extLst>
          </p:cNvPr>
          <p:cNvSpPr txBox="1"/>
          <p:nvPr/>
        </p:nvSpPr>
        <p:spPr>
          <a:xfrm>
            <a:off x="105536" y="3281088"/>
            <a:ext cx="4877944" cy="830997"/>
          </a:xfrm>
          <a:prstGeom prst="rect">
            <a:avLst/>
          </a:prstGeom>
          <a:noFill/>
        </p:spPr>
        <p:txBody>
          <a:bodyPr wrap="square" rtlCol="0">
            <a:spAutoFit/>
          </a:bodyPr>
          <a:lstStyle/>
          <a:p>
            <a:r>
              <a:rPr lang="en-US" sz="2400" dirty="0">
                <a:latin typeface="Tahoma" panose="020B0604030504040204" pitchFamily="34" charset="0"/>
                <a:ea typeface="Tahoma" panose="020B0604030504040204" pitchFamily="34" charset="0"/>
                <a:cs typeface="Tahoma" panose="020B0604030504040204" pitchFamily="34" charset="0"/>
              </a:rPr>
              <a:t>Section – 08          </a:t>
            </a:r>
          </a:p>
          <a:p>
            <a:r>
              <a:rPr lang="en-US" sz="2400" dirty="0">
                <a:latin typeface="Tahoma" panose="020B0604030504040204" pitchFamily="34" charset="0"/>
                <a:ea typeface="Tahoma" panose="020B0604030504040204" pitchFamily="34" charset="0"/>
                <a:cs typeface="Tahoma" panose="020B0604030504040204" pitchFamily="34" charset="0"/>
              </a:rPr>
              <a:t>Team no - 12</a:t>
            </a:r>
            <a:endParaRPr lang="en-IN" sz="2400" dirty="0">
              <a:latin typeface="Tahoma" panose="020B0604030504040204" pitchFamily="34" charset="0"/>
              <a:ea typeface="Tahoma" panose="020B0604030504040204" pitchFamily="34" charset="0"/>
              <a:cs typeface="Tahoma" panose="020B0604030504040204" pitchFamily="34" charset="0"/>
            </a:endParaRPr>
          </a:p>
        </p:txBody>
      </p:sp>
      <p:pic>
        <p:nvPicPr>
          <p:cNvPr id="5" name="Picture 4">
            <a:extLst>
              <a:ext uri="{FF2B5EF4-FFF2-40B4-BE49-F238E27FC236}">
                <a16:creationId xmlns:a16="http://schemas.microsoft.com/office/drawing/2014/main" id="{61EB7EF6-9E44-9D21-00F0-3914FF432A74}"/>
              </a:ext>
            </a:extLst>
          </p:cNvPr>
          <p:cNvPicPr>
            <a:picLocks noChangeAspect="1"/>
          </p:cNvPicPr>
          <p:nvPr/>
        </p:nvPicPr>
        <p:blipFill>
          <a:blip r:embed="rId2"/>
          <a:stretch>
            <a:fillRect/>
          </a:stretch>
        </p:blipFill>
        <p:spPr>
          <a:xfrm>
            <a:off x="11076709" y="11816"/>
            <a:ext cx="1115291" cy="764532"/>
          </a:xfrm>
          <a:prstGeom prst="rect">
            <a:avLst/>
          </a:prstGeom>
        </p:spPr>
      </p:pic>
      <p:sp>
        <p:nvSpPr>
          <p:cNvPr id="9" name="TextBox 8">
            <a:extLst>
              <a:ext uri="{FF2B5EF4-FFF2-40B4-BE49-F238E27FC236}">
                <a16:creationId xmlns:a16="http://schemas.microsoft.com/office/drawing/2014/main" id="{2B7347B1-6AE5-F97B-BA90-9A0B097E49A8}"/>
              </a:ext>
            </a:extLst>
          </p:cNvPr>
          <p:cNvSpPr txBox="1"/>
          <p:nvPr/>
        </p:nvSpPr>
        <p:spPr>
          <a:xfrm>
            <a:off x="2782062" y="4923304"/>
            <a:ext cx="6460236" cy="1774845"/>
          </a:xfrm>
          <a:prstGeom prst="rect">
            <a:avLst/>
          </a:prstGeom>
          <a:noFill/>
        </p:spPr>
        <p:txBody>
          <a:bodyPr wrap="square">
            <a:spAutoFit/>
          </a:bodyPr>
          <a:lstStyle/>
          <a:p>
            <a:pPr marL="1812290" marR="1823720" algn="ctr">
              <a:buNone/>
            </a:pPr>
            <a:r>
              <a:rPr lang="en-US" sz="2400" dirty="0">
                <a:effectLst/>
                <a:latin typeface="Sitka Banner Semibold" pitchFamily="2" charset="0"/>
                <a:ea typeface="Times New Roman" panose="02020603050405020304" pitchFamily="18" charset="0"/>
              </a:rPr>
              <a:t>Under</a:t>
            </a:r>
            <a:r>
              <a:rPr lang="en-US" sz="2400" spc="-10" dirty="0">
                <a:effectLst/>
                <a:latin typeface="Sitka Banner Semibold" pitchFamily="2" charset="0"/>
                <a:ea typeface="Times New Roman" panose="02020603050405020304" pitchFamily="18" charset="0"/>
              </a:rPr>
              <a:t> </a:t>
            </a:r>
            <a:r>
              <a:rPr lang="en-US" sz="2400" dirty="0">
                <a:effectLst/>
                <a:latin typeface="Sitka Banner Semibold" pitchFamily="2" charset="0"/>
                <a:ea typeface="Times New Roman" panose="02020603050405020304" pitchFamily="18" charset="0"/>
              </a:rPr>
              <a:t>the</a:t>
            </a:r>
            <a:r>
              <a:rPr lang="en-US" sz="2400" spc="-5" dirty="0">
                <a:effectLst/>
                <a:latin typeface="Sitka Banner Semibold" pitchFamily="2" charset="0"/>
                <a:ea typeface="Times New Roman" panose="02020603050405020304" pitchFamily="18" charset="0"/>
              </a:rPr>
              <a:t> </a:t>
            </a:r>
            <a:r>
              <a:rPr lang="en-US" sz="2400" dirty="0">
                <a:effectLst/>
                <a:latin typeface="Sitka Banner Semibold" pitchFamily="2" charset="0"/>
                <a:ea typeface="Times New Roman" panose="02020603050405020304" pitchFamily="18" charset="0"/>
              </a:rPr>
              <a:t>guidance</a:t>
            </a:r>
            <a:r>
              <a:rPr lang="en-US" sz="2400" spc="-30" dirty="0">
                <a:effectLst/>
                <a:latin typeface="Sitka Banner Semibold" pitchFamily="2" charset="0"/>
                <a:ea typeface="Times New Roman" panose="02020603050405020304" pitchFamily="18" charset="0"/>
              </a:rPr>
              <a:t> </a:t>
            </a:r>
            <a:r>
              <a:rPr lang="en-US" sz="2400" spc="-25" dirty="0">
                <a:effectLst/>
                <a:latin typeface="Sitka Banner Semibold" pitchFamily="2" charset="0"/>
                <a:ea typeface="Times New Roman" panose="02020603050405020304" pitchFamily="18" charset="0"/>
              </a:rPr>
              <a:t>of</a:t>
            </a:r>
          </a:p>
          <a:p>
            <a:pPr marR="16510" algn="ctr">
              <a:spcBef>
                <a:spcPts val="805"/>
              </a:spcBef>
              <a:buNone/>
            </a:pPr>
            <a:r>
              <a:rPr lang="en-US" sz="2400" dirty="0">
                <a:effectLst/>
                <a:latin typeface="Sitka Banner Semibold" pitchFamily="2" charset="0"/>
                <a:ea typeface="Times New Roman" panose="02020603050405020304" pitchFamily="18" charset="0"/>
              </a:rPr>
              <a:t>Dr. V. Sireesha</a:t>
            </a:r>
            <a:endParaRPr lang="en-IN" dirty="0">
              <a:effectLst/>
              <a:latin typeface="Sitka Banner Semibold" pitchFamily="2" charset="0"/>
              <a:ea typeface="Times New Roman" panose="02020603050405020304" pitchFamily="18" charset="0"/>
            </a:endParaRPr>
          </a:p>
          <a:p>
            <a:pPr marR="16510" algn="ctr">
              <a:spcBef>
                <a:spcPts val="805"/>
              </a:spcBef>
              <a:buNone/>
            </a:pPr>
            <a:r>
              <a:rPr lang="en-US" sz="2400" spc="-10" dirty="0">
                <a:effectLst/>
                <a:latin typeface="Sitka Banner Semibold" pitchFamily="2" charset="0"/>
                <a:ea typeface="Times New Roman" panose="02020603050405020304" pitchFamily="18" charset="0"/>
              </a:rPr>
              <a:t>Professor,</a:t>
            </a:r>
            <a:r>
              <a:rPr lang="en-US" sz="2400" spc="50" dirty="0">
                <a:effectLst/>
                <a:latin typeface="Sitka Banner Semibold" pitchFamily="2" charset="0"/>
                <a:ea typeface="Times New Roman" panose="02020603050405020304" pitchFamily="18" charset="0"/>
              </a:rPr>
              <a:t> </a:t>
            </a:r>
            <a:r>
              <a:rPr lang="en-US" sz="2400" spc="-10" dirty="0">
                <a:effectLst/>
                <a:latin typeface="Sitka Banner Semibold" pitchFamily="2" charset="0"/>
                <a:ea typeface="Times New Roman" panose="02020603050405020304" pitchFamily="18" charset="0"/>
              </a:rPr>
              <a:t>Department of CSE</a:t>
            </a:r>
            <a:endParaRPr lang="en-IN" dirty="0">
              <a:effectLst/>
              <a:latin typeface="Sitka Banner Semibold" pitchFamily="2" charset="0"/>
              <a:ea typeface="Times New Roman" panose="02020603050405020304" pitchFamily="18" charset="0"/>
            </a:endParaRPr>
          </a:p>
        </p:txBody>
      </p:sp>
    </p:spTree>
    <p:extLst>
      <p:ext uri="{BB962C8B-B14F-4D97-AF65-F5344CB8AC3E}">
        <p14:creationId xmlns:p14="http://schemas.microsoft.com/office/powerpoint/2010/main" val="1712045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4AC584-40F2-6A63-7118-9B21FB2DAB3F}"/>
              </a:ext>
            </a:extLst>
          </p:cNvPr>
          <p:cNvSpPr txBox="1"/>
          <p:nvPr/>
        </p:nvSpPr>
        <p:spPr>
          <a:xfrm>
            <a:off x="289666" y="331787"/>
            <a:ext cx="6096000" cy="923330"/>
          </a:xfrm>
          <a:prstGeom prst="rect">
            <a:avLst/>
          </a:prstGeom>
          <a:noFill/>
        </p:spPr>
        <p:txBody>
          <a:bodyPr wrap="square">
            <a:spAutoFit/>
          </a:bodyPr>
          <a:lstStyle/>
          <a:p>
            <a:r>
              <a:rPr lang="en-IN" sz="5400" b="1" dirty="0">
                <a:latin typeface="Rockwell" panose="02060603020205020403" pitchFamily="18" charset="0"/>
              </a:rPr>
              <a:t>Abstract</a:t>
            </a:r>
          </a:p>
        </p:txBody>
      </p:sp>
      <p:sp>
        <p:nvSpPr>
          <p:cNvPr id="4" name="TextBox 3">
            <a:extLst>
              <a:ext uri="{FF2B5EF4-FFF2-40B4-BE49-F238E27FC236}">
                <a16:creationId xmlns:a16="http://schemas.microsoft.com/office/drawing/2014/main" id="{A0F14885-C523-28D3-5427-9B4C9A58F48D}"/>
              </a:ext>
            </a:extLst>
          </p:cNvPr>
          <p:cNvSpPr txBox="1"/>
          <p:nvPr/>
        </p:nvSpPr>
        <p:spPr>
          <a:xfrm>
            <a:off x="416893" y="1620265"/>
            <a:ext cx="11358214" cy="5028300"/>
          </a:xfrm>
          <a:prstGeom prst="rect">
            <a:avLst/>
          </a:prstGeom>
          <a:noFill/>
        </p:spPr>
        <p:txBody>
          <a:bodyPr wrap="square">
            <a:spAutoFit/>
          </a:bodyPr>
          <a:lstStyle/>
          <a:p>
            <a:pPr>
              <a:lnSpc>
                <a:spcPct val="150000"/>
              </a:lnSpc>
            </a:pPr>
            <a:r>
              <a:rPr lang="en-IN" dirty="0">
                <a:latin typeface="Sitka Small" pitchFamily="2" charset="0"/>
              </a:rPr>
              <a:t>         Law firms, courts, and legal organizations manage thousands of legal documents such as case files, contracts, affidavits, petitions, and judgments. Traditional document management systems often rely on manual filing or simple keyword searches, making document retrieval slow and inefficient.</a:t>
            </a:r>
          </a:p>
          <a:p>
            <a:pPr>
              <a:lnSpc>
                <a:spcPct val="150000"/>
              </a:lnSpc>
            </a:pPr>
            <a:endParaRPr lang="en-IN" dirty="0">
              <a:latin typeface="Sitka Small" pitchFamily="2" charset="0"/>
            </a:endParaRPr>
          </a:p>
          <a:p>
            <a:pPr>
              <a:lnSpc>
                <a:spcPct val="150000"/>
              </a:lnSpc>
            </a:pPr>
            <a:r>
              <a:rPr lang="en-IN" dirty="0">
                <a:latin typeface="Sitka Small" pitchFamily="2" charset="0"/>
              </a:rPr>
              <a:t>          The Legal Document Repository is designed as a centralized platform that securely stores, organizes, indexes, and retrieves legal documents. By implementing efficient indexing techniques and advanced string-searching algorithms such as Knuth-Morris-Pratt (KMP), Rabin-Karp, and Boyer-Moore, the system enables faster and more accurate document retrieval. The repository also minimizes duplicate records, improves document organization, ensures secure access through authentication, and increases productivity for legal professionals.</a:t>
            </a:r>
          </a:p>
          <a:p>
            <a:pPr>
              <a:lnSpc>
                <a:spcPct val="150000"/>
              </a:lnSpc>
            </a:pPr>
            <a:endParaRPr lang="en-IN" dirty="0">
              <a:latin typeface="Sitka Small" pitchFamily="2" charset="0"/>
              <a:cs typeface="Times New Roman" panose="02020603050405020304" pitchFamily="18" charset="0"/>
            </a:endParaRPr>
          </a:p>
        </p:txBody>
      </p:sp>
      <p:pic>
        <p:nvPicPr>
          <p:cNvPr id="5" name="Picture 4">
            <a:extLst>
              <a:ext uri="{FF2B5EF4-FFF2-40B4-BE49-F238E27FC236}">
                <a16:creationId xmlns:a16="http://schemas.microsoft.com/office/drawing/2014/main" id="{B3A878BD-C34E-42A5-44DC-8EB8ECD18CF5}"/>
              </a:ext>
            </a:extLst>
          </p:cNvPr>
          <p:cNvPicPr>
            <a:picLocks noChangeAspect="1"/>
          </p:cNvPicPr>
          <p:nvPr/>
        </p:nvPicPr>
        <p:blipFill>
          <a:blip r:embed="rId2"/>
          <a:stretch>
            <a:fillRect/>
          </a:stretch>
        </p:blipFill>
        <p:spPr>
          <a:xfrm>
            <a:off x="10858500" y="0"/>
            <a:ext cx="1333500" cy="732493"/>
          </a:xfrm>
          <a:prstGeom prst="rect">
            <a:avLst/>
          </a:prstGeom>
        </p:spPr>
      </p:pic>
    </p:spTree>
    <p:extLst>
      <p:ext uri="{BB962C8B-B14F-4D97-AF65-F5344CB8AC3E}">
        <p14:creationId xmlns:p14="http://schemas.microsoft.com/office/powerpoint/2010/main" val="4039941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16131CD-373E-98A9-5B55-641415D2EBE3}"/>
              </a:ext>
            </a:extLst>
          </p:cNvPr>
          <p:cNvSpPr txBox="1"/>
          <p:nvPr/>
        </p:nvSpPr>
        <p:spPr>
          <a:xfrm>
            <a:off x="91440" y="83172"/>
            <a:ext cx="11942064" cy="4336059"/>
          </a:xfrm>
          <a:prstGeom prst="rect">
            <a:avLst/>
          </a:prstGeom>
          <a:noFill/>
          <a:ln w="28575">
            <a:solidFill>
              <a:srgbClr val="000000"/>
            </a:solidFill>
            <a:prstDash val="solid"/>
          </a:ln>
          <a:effectLst/>
        </p:spPr>
        <p:txBody>
          <a:bodyPr wrap="square">
            <a:spAutoFit/>
          </a:bodyPr>
          <a:lstStyle/>
          <a:p>
            <a:r>
              <a:rPr lang="en-IN" sz="5400" b="1" dirty="0">
                <a:latin typeface="Rockwell" panose="02060603020205020403" pitchFamily="18" charset="0"/>
              </a:rPr>
              <a:t>Problem Statement:</a:t>
            </a:r>
          </a:p>
          <a:p>
            <a:r>
              <a:rPr lang="en-IN" dirty="0">
                <a:latin typeface="+mj-lt"/>
              </a:rPr>
              <a:t>   Legal organizations generate and maintain an enormous number of documents every day.</a:t>
            </a:r>
          </a:p>
          <a:p>
            <a:r>
              <a:rPr lang="en-IN" b="1" dirty="0">
                <a:latin typeface="Courier New" panose="02070309020205020404" pitchFamily="49" charset="0"/>
                <a:cs typeface="Courier New" panose="02070309020205020404" pitchFamily="49" charset="0"/>
              </a:rPr>
              <a:t>Existing systems face several challenges:</a:t>
            </a:r>
          </a:p>
          <a:p>
            <a:pPr marL="285750" lvl="0" indent="-285750">
              <a:buFont typeface="Arial" panose="020B0604020202020204" pitchFamily="34" charset="0"/>
              <a:buChar char="•"/>
            </a:pPr>
            <a:r>
              <a:rPr lang="en-IN" dirty="0">
                <a:latin typeface="Courier New" panose="02070309020205020404" pitchFamily="49" charset="0"/>
                <a:cs typeface="Courier New" panose="02070309020205020404" pitchFamily="49" charset="0"/>
              </a:rPr>
              <a:t>Manual searching is time-consuming. </a:t>
            </a:r>
          </a:p>
          <a:p>
            <a:pPr marL="285750" lvl="0" indent="-285750">
              <a:buFont typeface="Arial" panose="020B0604020202020204" pitchFamily="34" charset="0"/>
              <a:buChar char="•"/>
            </a:pPr>
            <a:r>
              <a:rPr lang="en-IN" dirty="0">
                <a:latin typeface="Courier New" panose="02070309020205020404" pitchFamily="49" charset="0"/>
                <a:cs typeface="Courier New" panose="02070309020205020404" pitchFamily="49" charset="0"/>
              </a:rPr>
              <a:t>Basic keyword searches are inefficient. </a:t>
            </a:r>
          </a:p>
          <a:p>
            <a:pPr marL="285750" lvl="0" indent="-285750">
              <a:buFont typeface="Arial" panose="020B0604020202020204" pitchFamily="34" charset="0"/>
              <a:buChar char="•"/>
            </a:pPr>
            <a:r>
              <a:rPr lang="en-IN" dirty="0">
                <a:latin typeface="Courier New" panose="02070309020205020404" pitchFamily="49" charset="0"/>
                <a:cs typeface="Courier New" panose="02070309020205020404" pitchFamily="49" charset="0"/>
              </a:rPr>
              <a:t>Duplicate documents increase storage requirements. </a:t>
            </a:r>
          </a:p>
          <a:p>
            <a:pPr marL="285750" lvl="0" indent="-285750">
              <a:buFont typeface="Arial" panose="020B0604020202020204" pitchFamily="34" charset="0"/>
              <a:buChar char="•"/>
            </a:pPr>
            <a:r>
              <a:rPr lang="en-IN" dirty="0">
                <a:latin typeface="Courier New" panose="02070309020205020404" pitchFamily="49" charset="0"/>
                <a:cs typeface="Courier New" panose="02070309020205020404" pitchFamily="49" charset="0"/>
              </a:rPr>
              <a:t>Poor organization delays legal research. </a:t>
            </a:r>
          </a:p>
          <a:p>
            <a:pPr marL="285750" lvl="0" indent="-285750">
              <a:buFont typeface="Arial" panose="020B0604020202020204" pitchFamily="34" charset="0"/>
              <a:buChar char="•"/>
            </a:pPr>
            <a:r>
              <a:rPr lang="en-IN" dirty="0">
                <a:latin typeface="Courier New" panose="02070309020205020404" pitchFamily="49" charset="0"/>
                <a:cs typeface="Courier New" panose="02070309020205020404" pitchFamily="49" charset="0"/>
              </a:rPr>
              <a:t>Unauthorized access may expose confidential information. </a:t>
            </a:r>
          </a:p>
          <a:p>
            <a:pPr marL="285750" lvl="0" indent="-285750">
              <a:buFont typeface="Arial" panose="020B0604020202020204" pitchFamily="34" charset="0"/>
              <a:buChar char="•"/>
            </a:pPr>
            <a:r>
              <a:rPr lang="en-IN" dirty="0">
                <a:latin typeface="Courier New" panose="02070309020205020404" pitchFamily="49" charset="0"/>
                <a:cs typeface="Courier New" panose="02070309020205020404" pitchFamily="49" charset="0"/>
              </a:rPr>
              <a:t>Retrieval becomes slower as the database grows.</a:t>
            </a:r>
          </a:p>
          <a:p>
            <a:pPr lvl="0"/>
            <a:r>
              <a:rPr lang="en-IN" dirty="0">
                <a:latin typeface="Courier New" panose="02070309020205020404" pitchFamily="49" charset="0"/>
                <a:cs typeface="Courier New" panose="02070309020205020404" pitchFamily="49" charset="0"/>
              </a:rPr>
              <a:t> </a:t>
            </a:r>
          </a:p>
          <a:p>
            <a:r>
              <a:rPr lang="en-IN" dirty="0">
                <a:latin typeface="+mj-lt"/>
              </a:rPr>
              <a:t>Therefore, there is a need for a secure, efficient, and scalable legal document management system capable of retrieving documents quickly and accurately.</a:t>
            </a:r>
          </a:p>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6F41FF56-6797-A875-16F6-C409A5A75941}"/>
              </a:ext>
            </a:extLst>
          </p:cNvPr>
          <p:cNvSpPr/>
          <p:nvPr/>
        </p:nvSpPr>
        <p:spPr>
          <a:xfrm>
            <a:off x="463296" y="4502403"/>
            <a:ext cx="10940428" cy="227242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1" name="Picture 10">
            <a:extLst>
              <a:ext uri="{FF2B5EF4-FFF2-40B4-BE49-F238E27FC236}">
                <a16:creationId xmlns:a16="http://schemas.microsoft.com/office/drawing/2014/main" id="{0F394205-6790-6C5C-3470-5FBD224674A3}"/>
              </a:ext>
            </a:extLst>
          </p:cNvPr>
          <p:cNvPicPr>
            <a:picLocks noChangeAspect="1"/>
          </p:cNvPicPr>
          <p:nvPr/>
        </p:nvPicPr>
        <p:blipFill>
          <a:blip r:embed="rId2"/>
          <a:stretch>
            <a:fillRect/>
          </a:stretch>
        </p:blipFill>
        <p:spPr>
          <a:xfrm>
            <a:off x="11090174" y="0"/>
            <a:ext cx="1101826" cy="675409"/>
          </a:xfrm>
          <a:prstGeom prst="rect">
            <a:avLst/>
          </a:prstGeom>
        </p:spPr>
      </p:pic>
      <p:sp>
        <p:nvSpPr>
          <p:cNvPr id="2" name="TextBox 1">
            <a:extLst>
              <a:ext uri="{FF2B5EF4-FFF2-40B4-BE49-F238E27FC236}">
                <a16:creationId xmlns:a16="http://schemas.microsoft.com/office/drawing/2014/main" id="{94E4A23F-35FD-3B3E-68A9-4AC649FAD57B}"/>
              </a:ext>
            </a:extLst>
          </p:cNvPr>
          <p:cNvSpPr txBox="1"/>
          <p:nvPr/>
        </p:nvSpPr>
        <p:spPr>
          <a:xfrm>
            <a:off x="1314450" y="4497121"/>
            <a:ext cx="8386598" cy="523220"/>
          </a:xfrm>
          <a:prstGeom prst="rect">
            <a:avLst/>
          </a:prstGeom>
          <a:noFill/>
        </p:spPr>
        <p:txBody>
          <a:bodyPr wrap="square" rtlCol="0">
            <a:spAutoFit/>
          </a:bodyPr>
          <a:lstStyle/>
          <a:p>
            <a:pPr algn="ctr"/>
            <a:r>
              <a:rPr lang="en-US" sz="2800" dirty="0">
                <a:latin typeface="Tahoma" panose="020B0604030504040204" pitchFamily="34" charset="0"/>
                <a:ea typeface="Tahoma" panose="020B0604030504040204" pitchFamily="34" charset="0"/>
                <a:cs typeface="Tahoma" panose="020B0604030504040204" pitchFamily="34" charset="0"/>
              </a:rPr>
              <a:t>WHY THIS PROJECT ?</a:t>
            </a:r>
          </a:p>
        </p:txBody>
      </p:sp>
      <p:sp>
        <p:nvSpPr>
          <p:cNvPr id="6" name="TextBox 5">
            <a:extLst>
              <a:ext uri="{FF2B5EF4-FFF2-40B4-BE49-F238E27FC236}">
                <a16:creationId xmlns:a16="http://schemas.microsoft.com/office/drawing/2014/main" id="{5DC2E68A-4615-A118-6591-1815818F0E79}"/>
              </a:ext>
            </a:extLst>
          </p:cNvPr>
          <p:cNvSpPr txBox="1"/>
          <p:nvPr/>
        </p:nvSpPr>
        <p:spPr>
          <a:xfrm>
            <a:off x="1314450" y="4765270"/>
            <a:ext cx="4448556" cy="2215991"/>
          </a:xfrm>
          <a:prstGeom prst="rect">
            <a:avLst/>
          </a:prstGeom>
          <a:noFill/>
        </p:spPr>
        <p:txBody>
          <a:bodyPr wrap="square" numCol="1" rtlCol="0">
            <a:spAutoFit/>
          </a:bodyPr>
          <a:lstStyle/>
          <a:p>
            <a:r>
              <a:rPr lang="en-IN" sz="2000" b="1" dirty="0">
                <a:latin typeface="Tahoma" panose="020B0604030504040204" pitchFamily="34" charset="0"/>
                <a:ea typeface="Tahoma" panose="020B0604030504040204" pitchFamily="34" charset="0"/>
                <a:cs typeface="Tahoma" panose="020B0604030504040204" pitchFamily="34" charset="0"/>
              </a:rPr>
              <a:t>Existing System</a:t>
            </a:r>
          </a:p>
          <a:p>
            <a:pPr marL="285750" lvl="0" indent="-285750">
              <a:buFont typeface="Arial" panose="020B0604020202020204" pitchFamily="34" charset="0"/>
              <a:buChar char="•"/>
            </a:pPr>
            <a:r>
              <a:rPr lang="en-IN" sz="2000" dirty="0">
                <a:latin typeface="High Tower Text" panose="02040502050506030303" pitchFamily="18" charset="0"/>
              </a:rPr>
              <a:t>Manual document management </a:t>
            </a:r>
          </a:p>
          <a:p>
            <a:pPr marL="285750" lvl="0" indent="-285750">
              <a:buFont typeface="Arial" panose="020B0604020202020204" pitchFamily="34" charset="0"/>
              <a:buChar char="•"/>
            </a:pPr>
            <a:r>
              <a:rPr lang="en-IN" sz="2000" dirty="0">
                <a:latin typeface="High Tower Text" panose="02040502050506030303" pitchFamily="18" charset="0"/>
              </a:rPr>
              <a:t>Slow search process </a:t>
            </a:r>
          </a:p>
          <a:p>
            <a:pPr marL="285750" lvl="0" indent="-285750">
              <a:buFont typeface="Arial" panose="020B0604020202020204" pitchFamily="34" charset="0"/>
              <a:buChar char="•"/>
            </a:pPr>
            <a:r>
              <a:rPr lang="en-IN" sz="2000" dirty="0">
                <a:latin typeface="High Tower Text" panose="02040502050506030303" pitchFamily="18" charset="0"/>
              </a:rPr>
              <a:t>Duplicate records </a:t>
            </a:r>
          </a:p>
          <a:p>
            <a:pPr marL="285750" lvl="0" indent="-285750">
              <a:buFont typeface="Arial" panose="020B0604020202020204" pitchFamily="34" charset="0"/>
              <a:buChar char="•"/>
            </a:pPr>
            <a:r>
              <a:rPr lang="en-IN" sz="2000" dirty="0">
                <a:latin typeface="High Tower Text" panose="02040502050506030303" pitchFamily="18" charset="0"/>
              </a:rPr>
              <a:t>Poor indexing </a:t>
            </a:r>
          </a:p>
          <a:p>
            <a:pPr marL="285750" lvl="0" indent="-285750">
              <a:buFont typeface="Arial" panose="020B0604020202020204" pitchFamily="34" charset="0"/>
              <a:buChar char="•"/>
            </a:pPr>
            <a:r>
              <a:rPr lang="en-IN" sz="2000" dirty="0">
                <a:latin typeface="High Tower Text" panose="02040502050506030303" pitchFamily="18" charset="0"/>
              </a:rPr>
              <a:t>High retrieval time </a:t>
            </a:r>
          </a:p>
          <a:p>
            <a:endParaRPr lang="en-IN" dirty="0"/>
          </a:p>
        </p:txBody>
      </p:sp>
      <p:sp>
        <p:nvSpPr>
          <p:cNvPr id="8" name="TextBox 7">
            <a:extLst>
              <a:ext uri="{FF2B5EF4-FFF2-40B4-BE49-F238E27FC236}">
                <a16:creationId xmlns:a16="http://schemas.microsoft.com/office/drawing/2014/main" id="{457D7CB4-E71D-37EC-CB87-D464F1D3F394}"/>
              </a:ext>
            </a:extLst>
          </p:cNvPr>
          <p:cNvSpPr txBox="1"/>
          <p:nvPr/>
        </p:nvSpPr>
        <p:spPr>
          <a:xfrm>
            <a:off x="6986016" y="4841903"/>
            <a:ext cx="4315968" cy="2215991"/>
          </a:xfrm>
          <a:prstGeom prst="rect">
            <a:avLst/>
          </a:prstGeom>
          <a:noFill/>
        </p:spPr>
        <p:txBody>
          <a:bodyPr wrap="square" rtlCol="0">
            <a:spAutoFit/>
          </a:bodyPr>
          <a:lstStyle/>
          <a:p>
            <a:r>
              <a:rPr lang="en-IN" sz="2000" b="1" dirty="0">
                <a:latin typeface="Tahoma" panose="020B0604030504040204" pitchFamily="34" charset="0"/>
                <a:ea typeface="Tahoma" panose="020B0604030504040204" pitchFamily="34" charset="0"/>
                <a:cs typeface="Tahoma" panose="020B0604030504040204" pitchFamily="34" charset="0"/>
              </a:rPr>
              <a:t>Proposed System</a:t>
            </a:r>
          </a:p>
          <a:p>
            <a:pPr marL="285750" lvl="0" indent="-285750">
              <a:buFont typeface="Arial" panose="020B0604020202020204" pitchFamily="34" charset="0"/>
              <a:buChar char="•"/>
            </a:pPr>
            <a:r>
              <a:rPr lang="en-IN" sz="2000" dirty="0">
                <a:latin typeface="High Tower Text" panose="02040502050506030303" pitchFamily="18" charset="0"/>
              </a:rPr>
              <a:t>Efficient document indexing </a:t>
            </a:r>
          </a:p>
          <a:p>
            <a:pPr marL="285750" lvl="0" indent="-285750">
              <a:buFont typeface="Arial" panose="020B0604020202020204" pitchFamily="34" charset="0"/>
              <a:buChar char="•"/>
            </a:pPr>
            <a:r>
              <a:rPr lang="en-IN" sz="2000" dirty="0">
                <a:latin typeface="High Tower Text" panose="02040502050506030303" pitchFamily="18" charset="0"/>
              </a:rPr>
              <a:t>Fast keyword searching </a:t>
            </a:r>
          </a:p>
          <a:p>
            <a:pPr marL="285750" lvl="0" indent="-285750">
              <a:buFont typeface="Arial" panose="020B0604020202020204" pitchFamily="34" charset="0"/>
              <a:buChar char="•"/>
            </a:pPr>
            <a:r>
              <a:rPr lang="en-IN" sz="2000" dirty="0">
                <a:latin typeface="High Tower Text" panose="02040502050506030303" pitchFamily="18" charset="0"/>
              </a:rPr>
              <a:t>Secure document storage </a:t>
            </a:r>
          </a:p>
          <a:p>
            <a:pPr marL="285750" lvl="0" indent="-285750">
              <a:buFont typeface="Arial" panose="020B0604020202020204" pitchFamily="34" charset="0"/>
              <a:buChar char="•"/>
            </a:pPr>
            <a:r>
              <a:rPr lang="en-IN" sz="2000" dirty="0">
                <a:latin typeface="High Tower Text" panose="02040502050506030303" pitchFamily="18" charset="0"/>
              </a:rPr>
              <a:t>Organized repository </a:t>
            </a:r>
          </a:p>
          <a:p>
            <a:pPr marL="285750" lvl="0" indent="-285750">
              <a:buFont typeface="Arial" panose="020B0604020202020204" pitchFamily="34" charset="0"/>
              <a:buChar char="•"/>
            </a:pPr>
            <a:r>
              <a:rPr lang="en-IN" sz="2000" dirty="0">
                <a:latin typeface="High Tower Text" panose="02040502050506030303" pitchFamily="18" charset="0"/>
              </a:rPr>
              <a:t>Reduced search time</a:t>
            </a:r>
          </a:p>
          <a:p>
            <a:endParaRPr lang="en-IN" dirty="0"/>
          </a:p>
        </p:txBody>
      </p:sp>
    </p:spTree>
    <p:extLst>
      <p:ext uri="{BB962C8B-B14F-4D97-AF65-F5344CB8AC3E}">
        <p14:creationId xmlns:p14="http://schemas.microsoft.com/office/powerpoint/2010/main" val="3109459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0414C4-D50B-5E30-DC16-683BF63A5CAC}"/>
              </a:ext>
            </a:extLst>
          </p:cNvPr>
          <p:cNvSpPr txBox="1"/>
          <p:nvPr/>
        </p:nvSpPr>
        <p:spPr>
          <a:xfrm>
            <a:off x="108676" y="129085"/>
            <a:ext cx="9583964" cy="923330"/>
          </a:xfrm>
          <a:prstGeom prst="rect">
            <a:avLst/>
          </a:prstGeom>
          <a:noFill/>
        </p:spPr>
        <p:txBody>
          <a:bodyPr wrap="square">
            <a:spAutoFit/>
          </a:bodyPr>
          <a:lstStyle/>
          <a:p>
            <a:r>
              <a:rPr lang="en-IN" sz="5400" b="1" dirty="0">
                <a:latin typeface="Rockwell" panose="02060603020205020403" pitchFamily="18" charset="0"/>
              </a:rPr>
              <a:t>Proposed Functionalities</a:t>
            </a:r>
          </a:p>
        </p:txBody>
      </p:sp>
      <p:graphicFrame>
        <p:nvGraphicFramePr>
          <p:cNvPr id="6" name="Table 5">
            <a:extLst>
              <a:ext uri="{FF2B5EF4-FFF2-40B4-BE49-F238E27FC236}">
                <a16:creationId xmlns:a16="http://schemas.microsoft.com/office/drawing/2014/main" id="{614CB9E4-3072-4993-B8DF-1694D366DF62}"/>
              </a:ext>
            </a:extLst>
          </p:cNvPr>
          <p:cNvGraphicFramePr>
            <a:graphicFrameLocks noGrp="1"/>
          </p:cNvGraphicFramePr>
          <p:nvPr>
            <p:extLst>
              <p:ext uri="{D42A27DB-BD31-4B8C-83A1-F6EECF244321}">
                <p14:modId xmlns:p14="http://schemas.microsoft.com/office/powerpoint/2010/main" val="122816645"/>
              </p:ext>
            </p:extLst>
          </p:nvPr>
        </p:nvGraphicFramePr>
        <p:xfrm>
          <a:off x="509159" y="1181499"/>
          <a:ext cx="11173682" cy="5358606"/>
        </p:xfrm>
        <a:graphic>
          <a:graphicData uri="http://schemas.openxmlformats.org/drawingml/2006/table">
            <a:tbl>
              <a:tblPr>
                <a:tableStyleId>{2D5ABB26-0587-4C30-8999-92F81FD0307C}</a:tableStyleId>
              </a:tblPr>
              <a:tblGrid>
                <a:gridCol w="2974274">
                  <a:extLst>
                    <a:ext uri="{9D8B030D-6E8A-4147-A177-3AD203B41FA5}">
                      <a16:colId xmlns:a16="http://schemas.microsoft.com/office/drawing/2014/main" val="1073921572"/>
                    </a:ext>
                  </a:extLst>
                </a:gridCol>
                <a:gridCol w="8199408">
                  <a:extLst>
                    <a:ext uri="{9D8B030D-6E8A-4147-A177-3AD203B41FA5}">
                      <a16:colId xmlns:a16="http://schemas.microsoft.com/office/drawing/2014/main" val="2434516579"/>
                    </a:ext>
                  </a:extLst>
                </a:gridCol>
              </a:tblGrid>
              <a:tr h="422821">
                <a:tc>
                  <a:txBody>
                    <a:bodyPr/>
                    <a:lstStyle/>
                    <a:p>
                      <a:pPr>
                        <a:buNone/>
                      </a:pPr>
                      <a:r>
                        <a:rPr lang="en-IN" sz="2400" b="1" dirty="0">
                          <a:latin typeface="Tahoma" panose="020B0604030504040204" pitchFamily="34" charset="0"/>
                          <a:ea typeface="Tahoma" panose="020B0604030504040204" pitchFamily="34" charset="0"/>
                          <a:cs typeface="Tahoma" panose="020B0604030504040204" pitchFamily="34" charset="0"/>
                        </a:rPr>
                        <a:t>Functionality</a:t>
                      </a:r>
                      <a:endParaRPr lang="en-IN" sz="24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2400" b="1" dirty="0">
                          <a:latin typeface="Tahoma" panose="020B0604030504040204" pitchFamily="34" charset="0"/>
                          <a:ea typeface="Tahoma" panose="020B0604030504040204" pitchFamily="34" charset="0"/>
                          <a:cs typeface="Tahoma" panose="020B0604030504040204" pitchFamily="34" charset="0"/>
                        </a:rPr>
                        <a:t>Description</a:t>
                      </a:r>
                      <a:endParaRPr lang="en-IN" sz="24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extLst>
                  <a:ext uri="{0D108BD9-81ED-4DB2-BD59-A6C34878D82A}">
                    <a16:rowId xmlns:a16="http://schemas.microsoft.com/office/drawing/2014/main" val="3003021708"/>
                  </a:ext>
                </a:extLst>
              </a:tr>
              <a:tr h="546092">
                <a:tc>
                  <a:txBody>
                    <a:bodyPr/>
                    <a:lstStyle/>
                    <a:p>
                      <a:pPr>
                        <a:buNone/>
                      </a:pPr>
                      <a:r>
                        <a:rPr lang="en-IN" sz="1600" b="1" dirty="0"/>
                        <a:t>User Authentication</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Secure login with role-based access (Admin, Lawyer, Staff) to protect confidential legal documents.</a:t>
                      </a:r>
                    </a:p>
                  </a:txBody>
                  <a:tcPr marL="52426" marR="52426" marT="26213" marB="26213" anchor="ctr"/>
                </a:tc>
                <a:extLst>
                  <a:ext uri="{0D108BD9-81ED-4DB2-BD59-A6C34878D82A}">
                    <a16:rowId xmlns:a16="http://schemas.microsoft.com/office/drawing/2014/main" val="840429915"/>
                  </a:ext>
                </a:extLst>
              </a:tr>
              <a:tr h="371047">
                <a:tc>
                  <a:txBody>
                    <a:bodyPr/>
                    <a:lstStyle/>
                    <a:p>
                      <a:pPr>
                        <a:buNone/>
                      </a:pPr>
                      <a:r>
                        <a:rPr lang="en-IN" sz="1600" b="1" dirty="0"/>
                        <a:t>Document Upload</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Upload legal documents in formats such as PDF and DOCX into the repository.</a:t>
                      </a:r>
                    </a:p>
                  </a:txBody>
                  <a:tcPr marL="52426" marR="52426" marT="26213" marB="26213" anchor="ctr"/>
                </a:tc>
                <a:extLst>
                  <a:ext uri="{0D108BD9-81ED-4DB2-BD59-A6C34878D82A}">
                    <a16:rowId xmlns:a16="http://schemas.microsoft.com/office/drawing/2014/main" val="2993018015"/>
                  </a:ext>
                </a:extLst>
              </a:tr>
              <a:tr h="546092">
                <a:tc>
                  <a:txBody>
                    <a:bodyPr/>
                    <a:lstStyle/>
                    <a:p>
                      <a:pPr>
                        <a:buNone/>
                      </a:pPr>
                      <a:r>
                        <a:rPr lang="en-IN" sz="1600" b="1" dirty="0"/>
                        <a:t>Document Categorization</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Organize documents based on case number, client name, document type, legal category, or date.</a:t>
                      </a:r>
                    </a:p>
                  </a:txBody>
                  <a:tcPr marL="52426" marR="52426" marT="26213" marB="26213" anchor="ctr"/>
                </a:tc>
                <a:extLst>
                  <a:ext uri="{0D108BD9-81ED-4DB2-BD59-A6C34878D82A}">
                    <a16:rowId xmlns:a16="http://schemas.microsoft.com/office/drawing/2014/main" val="3587046613"/>
                  </a:ext>
                </a:extLst>
              </a:tr>
              <a:tr h="546092">
                <a:tc>
                  <a:txBody>
                    <a:bodyPr/>
                    <a:lstStyle/>
                    <a:p>
                      <a:pPr>
                        <a:buNone/>
                      </a:pPr>
                      <a:r>
                        <a:rPr lang="en-IN" sz="1600" b="1" dirty="0"/>
                        <a:t>Advanced Search</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Search documents using keywords, case numbers, client names, dates, or categories with efficient search algorithms.</a:t>
                      </a:r>
                    </a:p>
                  </a:txBody>
                  <a:tcPr marL="52426" marR="52426" marT="26213" marB="26213" anchor="ctr"/>
                </a:tc>
                <a:extLst>
                  <a:ext uri="{0D108BD9-81ED-4DB2-BD59-A6C34878D82A}">
                    <a16:rowId xmlns:a16="http://schemas.microsoft.com/office/drawing/2014/main" val="3614425852"/>
                  </a:ext>
                </a:extLst>
              </a:tr>
              <a:tr h="546092">
                <a:tc>
                  <a:txBody>
                    <a:bodyPr/>
                    <a:lstStyle/>
                    <a:p>
                      <a:pPr>
                        <a:buNone/>
                      </a:pPr>
                      <a:r>
                        <a:rPr lang="en-IN" sz="1600" b="1" dirty="0"/>
                        <a:t>Efficient Indexing</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Create indexes using Hash Tables and Tries for faster document retrieval without scanning every file.</a:t>
                      </a:r>
                    </a:p>
                  </a:txBody>
                  <a:tcPr marL="52426" marR="52426" marT="26213" marB="26213" anchor="ctr"/>
                </a:tc>
                <a:extLst>
                  <a:ext uri="{0D108BD9-81ED-4DB2-BD59-A6C34878D82A}">
                    <a16:rowId xmlns:a16="http://schemas.microsoft.com/office/drawing/2014/main" val="3224962834"/>
                  </a:ext>
                </a:extLst>
              </a:tr>
              <a:tr h="546092">
                <a:tc>
                  <a:txBody>
                    <a:bodyPr/>
                    <a:lstStyle/>
                    <a:p>
                      <a:pPr>
                        <a:buNone/>
                      </a:pPr>
                      <a:r>
                        <a:rPr lang="en-IN" sz="1600" b="1" dirty="0"/>
                        <a:t>String Matching</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Implement KMP, Rabin-Karp, and Boyer-Moore algorithms to perform fast and accurate keyword searches within document content.</a:t>
                      </a:r>
                    </a:p>
                  </a:txBody>
                  <a:tcPr marL="52426" marR="52426" marT="26213" marB="26213" anchor="ctr"/>
                </a:tc>
                <a:extLst>
                  <a:ext uri="{0D108BD9-81ED-4DB2-BD59-A6C34878D82A}">
                    <a16:rowId xmlns:a16="http://schemas.microsoft.com/office/drawing/2014/main" val="2800494400"/>
                  </a:ext>
                </a:extLst>
              </a:tr>
              <a:tr h="546092">
                <a:tc>
                  <a:txBody>
                    <a:bodyPr/>
                    <a:lstStyle/>
                    <a:p>
                      <a:pPr>
                        <a:buNone/>
                      </a:pPr>
                      <a:r>
                        <a:rPr lang="en-IN" sz="1600" b="1" dirty="0"/>
                        <a:t>Duplicate Detection</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Detect and minimize duplicate documents to improve storage efficiency and maintain data consistency.</a:t>
                      </a:r>
                    </a:p>
                  </a:txBody>
                  <a:tcPr marL="52426" marR="52426" marT="26213" marB="26213" anchor="ctr"/>
                </a:tc>
                <a:extLst>
                  <a:ext uri="{0D108BD9-81ED-4DB2-BD59-A6C34878D82A}">
                    <a16:rowId xmlns:a16="http://schemas.microsoft.com/office/drawing/2014/main" val="1694652883"/>
                  </a:ext>
                </a:extLst>
              </a:tr>
              <a:tr h="371047">
                <a:tc>
                  <a:txBody>
                    <a:bodyPr/>
                    <a:lstStyle/>
                    <a:p>
                      <a:pPr>
                        <a:buNone/>
                      </a:pPr>
                      <a:r>
                        <a:rPr lang="en-IN" sz="1600" b="1" dirty="0"/>
                        <a:t>Document Management</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View, update, delete, and download documents while maintaining version control.</a:t>
                      </a:r>
                    </a:p>
                  </a:txBody>
                  <a:tcPr marL="52426" marR="52426" marT="26213" marB="26213" anchor="ctr"/>
                </a:tc>
                <a:extLst>
                  <a:ext uri="{0D108BD9-81ED-4DB2-BD59-A6C34878D82A}">
                    <a16:rowId xmlns:a16="http://schemas.microsoft.com/office/drawing/2014/main" val="1126823633"/>
                  </a:ext>
                </a:extLst>
              </a:tr>
              <a:tr h="371047">
                <a:tc>
                  <a:txBody>
                    <a:bodyPr/>
                    <a:lstStyle/>
                    <a:p>
                      <a:pPr>
                        <a:buNone/>
                      </a:pPr>
                      <a:r>
                        <a:rPr lang="en-IN" sz="1600" b="1" dirty="0"/>
                        <a:t>Secure Storage</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Store documents securely with controlled access and authentication mechanisms.</a:t>
                      </a:r>
                    </a:p>
                  </a:txBody>
                  <a:tcPr marL="52426" marR="52426" marT="26213" marB="26213" anchor="ctr"/>
                </a:tc>
                <a:extLst>
                  <a:ext uri="{0D108BD9-81ED-4DB2-BD59-A6C34878D82A}">
                    <a16:rowId xmlns:a16="http://schemas.microsoft.com/office/drawing/2014/main" val="1457796771"/>
                  </a:ext>
                </a:extLst>
              </a:tr>
              <a:tr h="546092">
                <a:tc>
                  <a:txBody>
                    <a:bodyPr/>
                    <a:lstStyle/>
                    <a:p>
                      <a:pPr>
                        <a:buNone/>
                      </a:pPr>
                      <a:r>
                        <a:rPr lang="en-IN" sz="1600" b="1" dirty="0"/>
                        <a:t>Audit &amp; Activity Tracking</a:t>
                      </a:r>
                      <a:endParaRPr lang="en-IN" sz="1600" dirty="0">
                        <a:latin typeface="Tahoma" panose="020B0604030504040204" pitchFamily="34" charset="0"/>
                        <a:ea typeface="Tahoma" panose="020B0604030504040204" pitchFamily="34" charset="0"/>
                        <a:cs typeface="Tahoma" panose="020B0604030504040204" pitchFamily="34" charset="0"/>
                      </a:endParaRPr>
                    </a:p>
                  </a:txBody>
                  <a:tcPr marL="52426" marR="52426" marT="26213" marB="26213" anchor="ctr"/>
                </a:tc>
                <a:tc>
                  <a:txBody>
                    <a:bodyPr/>
                    <a:lstStyle/>
                    <a:p>
                      <a:pPr>
                        <a:buNone/>
                      </a:pPr>
                      <a:r>
                        <a:rPr lang="en-IN" sz="1600" b="0" dirty="0">
                          <a:latin typeface="Tahoma" panose="020B0604030504040204" pitchFamily="34" charset="0"/>
                          <a:ea typeface="Tahoma" panose="020B0604030504040204" pitchFamily="34" charset="0"/>
                          <a:cs typeface="Tahoma" panose="020B0604030504040204" pitchFamily="34" charset="0"/>
                        </a:rPr>
                        <a:t>Maintain logs of uploads, updates, downloads, and user activities for accountability and security.</a:t>
                      </a:r>
                    </a:p>
                  </a:txBody>
                  <a:tcPr marL="52426" marR="52426" marT="26213" marB="26213" anchor="ctr"/>
                </a:tc>
                <a:extLst>
                  <a:ext uri="{0D108BD9-81ED-4DB2-BD59-A6C34878D82A}">
                    <a16:rowId xmlns:a16="http://schemas.microsoft.com/office/drawing/2014/main" val="2153272884"/>
                  </a:ext>
                </a:extLst>
              </a:tr>
            </a:tbl>
          </a:graphicData>
        </a:graphic>
      </p:graphicFrame>
      <p:pic>
        <p:nvPicPr>
          <p:cNvPr id="8" name="Picture 7">
            <a:extLst>
              <a:ext uri="{FF2B5EF4-FFF2-40B4-BE49-F238E27FC236}">
                <a16:creationId xmlns:a16="http://schemas.microsoft.com/office/drawing/2014/main" id="{1B997069-CF14-C8DC-156F-194053E3E16A}"/>
              </a:ext>
            </a:extLst>
          </p:cNvPr>
          <p:cNvPicPr>
            <a:picLocks noChangeAspect="1"/>
          </p:cNvPicPr>
          <p:nvPr/>
        </p:nvPicPr>
        <p:blipFill>
          <a:blip r:embed="rId2"/>
          <a:stretch>
            <a:fillRect/>
          </a:stretch>
        </p:blipFill>
        <p:spPr>
          <a:xfrm>
            <a:off x="11168425" y="16559"/>
            <a:ext cx="1023575" cy="440642"/>
          </a:xfrm>
          <a:prstGeom prst="rect">
            <a:avLst/>
          </a:prstGeom>
        </p:spPr>
      </p:pic>
    </p:spTree>
    <p:extLst>
      <p:ext uri="{BB962C8B-B14F-4D97-AF65-F5344CB8AC3E}">
        <p14:creationId xmlns:p14="http://schemas.microsoft.com/office/powerpoint/2010/main" val="2281528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31C0CB-FBA6-10A7-45C1-A61E2251F1C6}"/>
              </a:ext>
            </a:extLst>
          </p:cNvPr>
          <p:cNvSpPr txBox="1"/>
          <p:nvPr/>
        </p:nvSpPr>
        <p:spPr>
          <a:xfrm>
            <a:off x="-507052" y="-43655"/>
            <a:ext cx="12071026" cy="923330"/>
          </a:xfrm>
          <a:prstGeom prst="rect">
            <a:avLst/>
          </a:prstGeom>
          <a:noFill/>
        </p:spPr>
        <p:txBody>
          <a:bodyPr wrap="square">
            <a:spAutoFit/>
          </a:bodyPr>
          <a:lstStyle/>
          <a:p>
            <a:pPr algn="ctr"/>
            <a:r>
              <a:rPr lang="en-IN" sz="5400" dirty="0">
                <a:latin typeface="Rockwell" panose="02060603020205020403" pitchFamily="18" charset="0"/>
              </a:rPr>
              <a:t>Tools and Technologies to be used</a:t>
            </a:r>
          </a:p>
        </p:txBody>
      </p:sp>
      <p:sp>
        <p:nvSpPr>
          <p:cNvPr id="2" name="Rectangle: Rounded Corners 1">
            <a:extLst>
              <a:ext uri="{FF2B5EF4-FFF2-40B4-BE49-F238E27FC236}">
                <a16:creationId xmlns:a16="http://schemas.microsoft.com/office/drawing/2014/main" id="{9D31739E-D62A-1366-1460-9DA995D50D93}"/>
              </a:ext>
            </a:extLst>
          </p:cNvPr>
          <p:cNvSpPr/>
          <p:nvPr/>
        </p:nvSpPr>
        <p:spPr>
          <a:xfrm>
            <a:off x="347472" y="923330"/>
            <a:ext cx="8714232" cy="348407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197410F9-4531-5CB3-FFF9-4DAB8C81D8E2}"/>
              </a:ext>
            </a:extLst>
          </p:cNvPr>
          <p:cNvSpPr txBox="1"/>
          <p:nvPr/>
        </p:nvSpPr>
        <p:spPr>
          <a:xfrm>
            <a:off x="737511" y="1072296"/>
            <a:ext cx="4215384" cy="461665"/>
          </a:xfrm>
          <a:prstGeom prst="rect">
            <a:avLst/>
          </a:prstGeom>
          <a:noFill/>
        </p:spPr>
        <p:txBody>
          <a:bodyPr wrap="square" rtlCol="0">
            <a:spAutoFit/>
          </a:bodyPr>
          <a:lstStyle/>
          <a:p>
            <a:r>
              <a:rPr lang="en-US" sz="2400" u="sng" dirty="0">
                <a:latin typeface="Lucida Sans Unicode" panose="020B0602030504020204" pitchFamily="34" charset="0"/>
                <a:cs typeface="Lucida Sans Unicode" panose="020B0602030504020204" pitchFamily="34" charset="0"/>
              </a:rPr>
              <a:t>SOFTWARE Technologies</a:t>
            </a:r>
          </a:p>
        </p:txBody>
      </p:sp>
      <p:graphicFrame>
        <p:nvGraphicFramePr>
          <p:cNvPr id="5" name="Table 4">
            <a:extLst>
              <a:ext uri="{FF2B5EF4-FFF2-40B4-BE49-F238E27FC236}">
                <a16:creationId xmlns:a16="http://schemas.microsoft.com/office/drawing/2014/main" id="{B14DEFC1-17B3-3EAD-DAC2-7ED6ED2A1E3E}"/>
              </a:ext>
            </a:extLst>
          </p:cNvPr>
          <p:cNvGraphicFramePr>
            <a:graphicFrameLocks noGrp="1"/>
          </p:cNvGraphicFramePr>
          <p:nvPr>
            <p:extLst>
              <p:ext uri="{D42A27DB-BD31-4B8C-83A1-F6EECF244321}">
                <p14:modId xmlns:p14="http://schemas.microsoft.com/office/powerpoint/2010/main" val="375931429"/>
              </p:ext>
            </p:extLst>
          </p:nvPr>
        </p:nvGraphicFramePr>
        <p:xfrm>
          <a:off x="1083774" y="1858465"/>
          <a:ext cx="7241628" cy="1708860"/>
        </p:xfrm>
        <a:graphic>
          <a:graphicData uri="http://schemas.openxmlformats.org/drawingml/2006/table">
            <a:tbl>
              <a:tblPr>
                <a:tableStyleId>{2D5ABB26-0587-4C30-8999-92F81FD0307C}</a:tableStyleId>
              </a:tblPr>
              <a:tblGrid>
                <a:gridCol w="3090042">
                  <a:extLst>
                    <a:ext uri="{9D8B030D-6E8A-4147-A177-3AD203B41FA5}">
                      <a16:colId xmlns:a16="http://schemas.microsoft.com/office/drawing/2014/main" val="3089413311"/>
                    </a:ext>
                  </a:extLst>
                </a:gridCol>
                <a:gridCol w="4151586">
                  <a:extLst>
                    <a:ext uri="{9D8B030D-6E8A-4147-A177-3AD203B41FA5}">
                      <a16:colId xmlns:a16="http://schemas.microsoft.com/office/drawing/2014/main" val="3522680897"/>
                    </a:ext>
                  </a:extLst>
                </a:gridCol>
              </a:tblGrid>
              <a:tr h="454317">
                <a:tc>
                  <a:txBody>
                    <a:bodyPr/>
                    <a:lstStyle/>
                    <a:p>
                      <a:pPr>
                        <a:buNone/>
                      </a:pPr>
                      <a:r>
                        <a:rPr lang="en-IN" sz="2400" b="1" dirty="0">
                          <a:latin typeface="Rockwell" panose="02060603020205020403" pitchFamily="18" charset="0"/>
                        </a:rPr>
                        <a:t>Category</a:t>
                      </a:r>
                    </a:p>
                  </a:txBody>
                  <a:tcPr anchor="ctr"/>
                </a:tc>
                <a:tc>
                  <a:txBody>
                    <a:bodyPr/>
                    <a:lstStyle/>
                    <a:p>
                      <a:pPr>
                        <a:buNone/>
                      </a:pPr>
                      <a:r>
                        <a:rPr lang="en-IN" sz="2400" b="1" dirty="0">
                          <a:latin typeface="Rockwell" panose="02060603020205020403" pitchFamily="18" charset="0"/>
                        </a:rPr>
                        <a:t>Technology</a:t>
                      </a:r>
                    </a:p>
                  </a:txBody>
                  <a:tcPr anchor="ctr"/>
                </a:tc>
                <a:extLst>
                  <a:ext uri="{0D108BD9-81ED-4DB2-BD59-A6C34878D82A}">
                    <a16:rowId xmlns:a16="http://schemas.microsoft.com/office/drawing/2014/main" val="3664941676"/>
                  </a:ext>
                </a:extLst>
              </a:tr>
              <a:tr h="459180">
                <a:tc>
                  <a:txBody>
                    <a:bodyPr/>
                    <a:lstStyle/>
                    <a:p>
                      <a:pPr>
                        <a:buNone/>
                      </a:pPr>
                      <a:r>
                        <a:rPr lang="en-IN" b="1" dirty="0">
                          <a:latin typeface="Tahoma" panose="020B0604030504040204" pitchFamily="34" charset="0"/>
                          <a:ea typeface="Tahoma" panose="020B0604030504040204" pitchFamily="34" charset="0"/>
                          <a:cs typeface="Tahoma" panose="020B0604030504040204" pitchFamily="34" charset="0"/>
                        </a:rPr>
                        <a:t>Programming Language</a:t>
                      </a:r>
                    </a:p>
                  </a:txBody>
                  <a:tcPr anchor="ctr"/>
                </a:tc>
                <a:tc>
                  <a:txBody>
                    <a:bodyPr/>
                    <a:lstStyle/>
                    <a:p>
                      <a:pPr>
                        <a:buNone/>
                      </a:pPr>
                      <a:r>
                        <a:rPr lang="en-IN" sz="2000" dirty="0">
                          <a:latin typeface="High Tower Text" panose="02040502050506030303" pitchFamily="18" charset="0"/>
                        </a:rPr>
                        <a:t>Java</a:t>
                      </a:r>
                    </a:p>
                  </a:txBody>
                  <a:tcPr anchor="ctr"/>
                </a:tc>
                <a:extLst>
                  <a:ext uri="{0D108BD9-81ED-4DB2-BD59-A6C34878D82A}">
                    <a16:rowId xmlns:a16="http://schemas.microsoft.com/office/drawing/2014/main" val="2064188604"/>
                  </a:ext>
                </a:extLst>
              </a:tr>
              <a:tr h="393742">
                <a:tc>
                  <a:txBody>
                    <a:bodyPr/>
                    <a:lstStyle/>
                    <a:p>
                      <a:pPr>
                        <a:buNone/>
                      </a:pPr>
                      <a:r>
                        <a:rPr lang="en-IN" b="1" dirty="0">
                          <a:latin typeface="Tahoma" panose="020B0604030504040204" pitchFamily="34" charset="0"/>
                          <a:ea typeface="Tahoma" panose="020B0604030504040204" pitchFamily="34" charset="0"/>
                          <a:cs typeface="Tahoma" panose="020B0604030504040204" pitchFamily="34" charset="0"/>
                        </a:rPr>
                        <a:t>IDE</a:t>
                      </a:r>
                    </a:p>
                  </a:txBody>
                  <a:tcPr anchor="ctr"/>
                </a:tc>
                <a:tc>
                  <a:txBody>
                    <a:bodyPr/>
                    <a:lstStyle/>
                    <a:p>
                      <a:pPr>
                        <a:buNone/>
                      </a:pPr>
                      <a:r>
                        <a:rPr lang="en-IN" sz="2000" dirty="0">
                          <a:latin typeface="High Tower Text" panose="02040502050506030303" pitchFamily="18" charset="0"/>
                        </a:rPr>
                        <a:t>IntelliJ IDEA / Eclipse</a:t>
                      </a:r>
                    </a:p>
                  </a:txBody>
                  <a:tcPr anchor="ctr"/>
                </a:tc>
                <a:extLst>
                  <a:ext uri="{0D108BD9-81ED-4DB2-BD59-A6C34878D82A}">
                    <a16:rowId xmlns:a16="http://schemas.microsoft.com/office/drawing/2014/main" val="2379784575"/>
                  </a:ext>
                </a:extLst>
              </a:tr>
              <a:tr h="393742">
                <a:tc>
                  <a:txBody>
                    <a:bodyPr/>
                    <a:lstStyle/>
                    <a:p>
                      <a:pPr>
                        <a:buNone/>
                      </a:pPr>
                      <a:r>
                        <a:rPr lang="en-IN" b="1" dirty="0">
                          <a:latin typeface="Tahoma" panose="020B0604030504040204" pitchFamily="34" charset="0"/>
                          <a:ea typeface="Tahoma" panose="020B0604030504040204" pitchFamily="34" charset="0"/>
                          <a:cs typeface="Tahoma" panose="020B0604030504040204" pitchFamily="34" charset="0"/>
                        </a:rPr>
                        <a:t>Version Control</a:t>
                      </a:r>
                    </a:p>
                  </a:txBody>
                  <a:tcPr anchor="ctr"/>
                </a:tc>
                <a:tc>
                  <a:txBody>
                    <a:bodyPr/>
                    <a:lstStyle/>
                    <a:p>
                      <a:pPr>
                        <a:buNone/>
                      </a:pPr>
                      <a:r>
                        <a:rPr lang="en-IN" sz="2000" dirty="0">
                          <a:latin typeface="High Tower Text" panose="02040502050506030303" pitchFamily="18" charset="0"/>
                        </a:rPr>
                        <a:t>Git &amp; GitHub</a:t>
                      </a:r>
                    </a:p>
                  </a:txBody>
                  <a:tcPr anchor="ctr"/>
                </a:tc>
                <a:extLst>
                  <a:ext uri="{0D108BD9-81ED-4DB2-BD59-A6C34878D82A}">
                    <a16:rowId xmlns:a16="http://schemas.microsoft.com/office/drawing/2014/main" val="1963424954"/>
                  </a:ext>
                </a:extLst>
              </a:tr>
            </a:tbl>
          </a:graphicData>
        </a:graphic>
      </p:graphicFrame>
      <p:sp>
        <p:nvSpPr>
          <p:cNvPr id="6" name="Rectangle: Rounded Corners 5">
            <a:extLst>
              <a:ext uri="{FF2B5EF4-FFF2-40B4-BE49-F238E27FC236}">
                <a16:creationId xmlns:a16="http://schemas.microsoft.com/office/drawing/2014/main" id="{EA5B2E31-C383-9E34-0DD3-E9B59AB349A8}"/>
              </a:ext>
            </a:extLst>
          </p:cNvPr>
          <p:cNvSpPr/>
          <p:nvPr/>
        </p:nvSpPr>
        <p:spPr>
          <a:xfrm>
            <a:off x="347472" y="4594752"/>
            <a:ext cx="8348472" cy="212140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662710B5-EEB4-522C-4CDA-58030C91592A}"/>
              </a:ext>
            </a:extLst>
          </p:cNvPr>
          <p:cNvSpPr txBox="1"/>
          <p:nvPr/>
        </p:nvSpPr>
        <p:spPr>
          <a:xfrm>
            <a:off x="948874" y="4594752"/>
            <a:ext cx="3236976" cy="461665"/>
          </a:xfrm>
          <a:prstGeom prst="rect">
            <a:avLst/>
          </a:prstGeom>
          <a:noFill/>
        </p:spPr>
        <p:txBody>
          <a:bodyPr wrap="square" rtlCol="0">
            <a:spAutoFit/>
          </a:bodyPr>
          <a:lstStyle/>
          <a:p>
            <a:r>
              <a:rPr lang="en-US" sz="2400" u="sng" dirty="0">
                <a:latin typeface="Lucida Sans Unicode" panose="020B0602030504020204" pitchFamily="34" charset="0"/>
                <a:cs typeface="Lucida Sans Unicode" panose="020B0602030504020204" pitchFamily="34" charset="0"/>
              </a:rPr>
              <a:t>DSA Concepts</a:t>
            </a:r>
            <a:endParaRPr lang="en-IN" sz="2400" u="sng" dirty="0">
              <a:latin typeface="Lucida Sans Unicode" panose="020B0602030504020204" pitchFamily="34" charset="0"/>
              <a:cs typeface="Lucida Sans Unicode" panose="020B0602030504020204" pitchFamily="34" charset="0"/>
            </a:endParaRPr>
          </a:p>
        </p:txBody>
      </p:sp>
      <p:graphicFrame>
        <p:nvGraphicFramePr>
          <p:cNvPr id="8" name="Table 7">
            <a:extLst>
              <a:ext uri="{FF2B5EF4-FFF2-40B4-BE49-F238E27FC236}">
                <a16:creationId xmlns:a16="http://schemas.microsoft.com/office/drawing/2014/main" id="{82D2D17F-B866-3208-1499-53E10C260B4C}"/>
              </a:ext>
            </a:extLst>
          </p:cNvPr>
          <p:cNvGraphicFramePr>
            <a:graphicFrameLocks noGrp="1"/>
          </p:cNvGraphicFramePr>
          <p:nvPr>
            <p:extLst>
              <p:ext uri="{D42A27DB-BD31-4B8C-83A1-F6EECF244321}">
                <p14:modId xmlns:p14="http://schemas.microsoft.com/office/powerpoint/2010/main" val="3801370877"/>
              </p:ext>
            </p:extLst>
          </p:nvPr>
        </p:nvGraphicFramePr>
        <p:xfrm>
          <a:off x="948874" y="5097371"/>
          <a:ext cx="6809232" cy="1493520"/>
        </p:xfrm>
        <a:graphic>
          <a:graphicData uri="http://schemas.openxmlformats.org/drawingml/2006/table">
            <a:tbl>
              <a:tblPr>
                <a:tableStyleId>{2D5ABB26-0587-4C30-8999-92F81FD0307C}</a:tableStyleId>
              </a:tblPr>
              <a:tblGrid>
                <a:gridCol w="1935480">
                  <a:extLst>
                    <a:ext uri="{9D8B030D-6E8A-4147-A177-3AD203B41FA5}">
                      <a16:colId xmlns:a16="http://schemas.microsoft.com/office/drawing/2014/main" val="1828637130"/>
                    </a:ext>
                  </a:extLst>
                </a:gridCol>
                <a:gridCol w="4873752">
                  <a:extLst>
                    <a:ext uri="{9D8B030D-6E8A-4147-A177-3AD203B41FA5}">
                      <a16:colId xmlns:a16="http://schemas.microsoft.com/office/drawing/2014/main" val="3840156997"/>
                    </a:ext>
                  </a:extLst>
                </a:gridCol>
              </a:tblGrid>
              <a:tr h="0">
                <a:tc>
                  <a:txBody>
                    <a:bodyPr/>
                    <a:lstStyle/>
                    <a:p>
                      <a:pPr>
                        <a:buNone/>
                      </a:pPr>
                      <a:r>
                        <a:rPr lang="en-IN" sz="2400" b="1" dirty="0"/>
                        <a:t>Type</a:t>
                      </a:r>
                      <a:endParaRPr lang="en-IN" sz="2400" b="1" dirty="0">
                        <a:latin typeface="Footlight MT Light" panose="0204060206030A020304" pitchFamily="18" charset="0"/>
                      </a:endParaRPr>
                    </a:p>
                  </a:txBody>
                  <a:tcPr anchor="ctr"/>
                </a:tc>
                <a:tc>
                  <a:txBody>
                    <a:bodyPr/>
                    <a:lstStyle/>
                    <a:p>
                      <a:pPr>
                        <a:buNone/>
                      </a:pPr>
                      <a:r>
                        <a:rPr lang="en-IN" sz="2400" b="1" dirty="0"/>
                        <a:t>Technologies</a:t>
                      </a:r>
                      <a:endParaRPr lang="en-IN" sz="2400" b="1" dirty="0">
                        <a:latin typeface="Footlight MT Light" panose="0204060206030A020304" pitchFamily="18" charset="0"/>
                      </a:endParaRPr>
                    </a:p>
                  </a:txBody>
                  <a:tcPr anchor="ctr"/>
                </a:tc>
                <a:extLst>
                  <a:ext uri="{0D108BD9-81ED-4DB2-BD59-A6C34878D82A}">
                    <a16:rowId xmlns:a16="http://schemas.microsoft.com/office/drawing/2014/main" val="1115187627"/>
                  </a:ext>
                </a:extLst>
              </a:tr>
              <a:tr h="0">
                <a:tc>
                  <a:txBody>
                    <a:bodyPr/>
                    <a:lstStyle/>
                    <a:p>
                      <a:pPr>
                        <a:buNone/>
                      </a:pPr>
                      <a:r>
                        <a:rPr lang="en-IN" sz="1800" b="1" dirty="0">
                          <a:latin typeface="Tahoma" panose="020B0604030504040204" pitchFamily="34" charset="0"/>
                          <a:ea typeface="Tahoma" panose="020B0604030504040204" pitchFamily="34" charset="0"/>
                          <a:cs typeface="Tahoma" panose="020B0604030504040204" pitchFamily="34" charset="0"/>
                        </a:rPr>
                        <a:t>Data Structures</a:t>
                      </a:r>
                    </a:p>
                  </a:txBody>
                  <a:tcPr anchor="ctr"/>
                </a:tc>
                <a:tc>
                  <a:txBody>
                    <a:bodyPr/>
                    <a:lstStyle/>
                    <a:p>
                      <a:pPr>
                        <a:buNone/>
                      </a:pPr>
                      <a:r>
                        <a:rPr lang="en-IN" sz="2000" dirty="0">
                          <a:latin typeface="High Tower Text" panose="02040502050506030303" pitchFamily="18" charset="0"/>
                        </a:rPr>
                        <a:t>Hash Table, Trie, Binary Search Tree</a:t>
                      </a:r>
                    </a:p>
                  </a:txBody>
                  <a:tcPr anchor="ctr"/>
                </a:tc>
                <a:extLst>
                  <a:ext uri="{0D108BD9-81ED-4DB2-BD59-A6C34878D82A}">
                    <a16:rowId xmlns:a16="http://schemas.microsoft.com/office/drawing/2014/main" val="207560182"/>
                  </a:ext>
                </a:extLst>
              </a:tr>
              <a:tr h="0">
                <a:tc>
                  <a:txBody>
                    <a:bodyPr/>
                    <a:lstStyle/>
                    <a:p>
                      <a:pPr>
                        <a:buNone/>
                      </a:pPr>
                      <a:r>
                        <a:rPr lang="en-IN" sz="1800" b="1" dirty="0">
                          <a:latin typeface="Tahoma" panose="020B0604030504040204" pitchFamily="34" charset="0"/>
                          <a:ea typeface="Tahoma" panose="020B0604030504040204" pitchFamily="34" charset="0"/>
                          <a:cs typeface="Tahoma" panose="020B0604030504040204" pitchFamily="34" charset="0"/>
                        </a:rPr>
                        <a:t>Algorithms</a:t>
                      </a:r>
                    </a:p>
                  </a:txBody>
                  <a:tcPr anchor="ctr"/>
                </a:tc>
                <a:tc>
                  <a:txBody>
                    <a:bodyPr/>
                    <a:lstStyle/>
                    <a:p>
                      <a:pPr>
                        <a:buNone/>
                      </a:pPr>
                      <a:r>
                        <a:rPr lang="en-IN" sz="2000" dirty="0">
                          <a:latin typeface="High Tower Text" panose="02040502050506030303" pitchFamily="18" charset="0"/>
                        </a:rPr>
                        <a:t>KMP, Rabin-Karp, Boyer-Moore</a:t>
                      </a:r>
                    </a:p>
                  </a:txBody>
                  <a:tcPr anchor="ctr"/>
                </a:tc>
                <a:extLst>
                  <a:ext uri="{0D108BD9-81ED-4DB2-BD59-A6C34878D82A}">
                    <a16:rowId xmlns:a16="http://schemas.microsoft.com/office/drawing/2014/main" val="1128063432"/>
                  </a:ext>
                </a:extLst>
              </a:tr>
            </a:tbl>
          </a:graphicData>
        </a:graphic>
      </p:graphicFrame>
      <p:pic>
        <p:nvPicPr>
          <p:cNvPr id="10" name="Picture 9">
            <a:extLst>
              <a:ext uri="{FF2B5EF4-FFF2-40B4-BE49-F238E27FC236}">
                <a16:creationId xmlns:a16="http://schemas.microsoft.com/office/drawing/2014/main" id="{EDB66AC9-97A6-F625-FBEA-D4C9D1B251AB}"/>
              </a:ext>
            </a:extLst>
          </p:cNvPr>
          <p:cNvPicPr>
            <a:picLocks noChangeAspect="1"/>
          </p:cNvPicPr>
          <p:nvPr/>
        </p:nvPicPr>
        <p:blipFill>
          <a:blip r:embed="rId2"/>
          <a:stretch>
            <a:fillRect/>
          </a:stretch>
        </p:blipFill>
        <p:spPr>
          <a:xfrm>
            <a:off x="11127950" y="31129"/>
            <a:ext cx="1064050" cy="580249"/>
          </a:xfrm>
          <a:prstGeom prst="rect">
            <a:avLst/>
          </a:prstGeom>
        </p:spPr>
      </p:pic>
    </p:spTree>
    <p:extLst>
      <p:ext uri="{BB962C8B-B14F-4D97-AF65-F5344CB8AC3E}">
        <p14:creationId xmlns:p14="http://schemas.microsoft.com/office/powerpoint/2010/main" val="3566193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C0F0D626-BFBB-9C35-31A0-792E3864FE4F}"/>
              </a:ext>
            </a:extLst>
          </p:cNvPr>
          <p:cNvSpPr/>
          <p:nvPr/>
        </p:nvSpPr>
        <p:spPr>
          <a:xfrm>
            <a:off x="345633" y="1071527"/>
            <a:ext cx="6012647" cy="56676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21695E36-F370-558D-88FB-70F12CC2BCAA}"/>
              </a:ext>
            </a:extLst>
          </p:cNvPr>
          <p:cNvSpPr txBox="1"/>
          <p:nvPr/>
        </p:nvSpPr>
        <p:spPr>
          <a:xfrm>
            <a:off x="783635" y="1304075"/>
            <a:ext cx="5944671" cy="5269199"/>
          </a:xfrm>
          <a:prstGeom prst="rect">
            <a:avLst/>
          </a:prstGeom>
          <a:noFill/>
        </p:spPr>
        <p:txBody>
          <a:bodyPr wrap="square" rtlCol="0">
            <a:spAutoFit/>
          </a:bodyPr>
          <a:lstStyle/>
          <a:p>
            <a:pPr>
              <a:lnSpc>
                <a:spcPct val="150000"/>
              </a:lnSpc>
              <a:buNone/>
            </a:pPr>
            <a:r>
              <a:rPr lang="en-IN" sz="2800" b="1" dirty="0">
                <a:latin typeface="Rockwell" panose="02060603020205020403" pitchFamily="18" charset="0"/>
              </a:rPr>
              <a:t>Expected Outcome</a:t>
            </a:r>
          </a:p>
          <a:p>
            <a:pPr>
              <a:lnSpc>
                <a:spcPct val="150000"/>
              </a:lnSpc>
              <a:buNone/>
            </a:pPr>
            <a:r>
              <a:rPr lang="en-IN" b="1" dirty="0">
                <a:latin typeface="Sitka Subheading Semibold" pitchFamily="2" charset="0"/>
              </a:rPr>
              <a:t>The Legal Document Repository will provide:</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Secure storage of legal documents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Centralized document management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Faster document retrieval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Improved search accuracy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Reduced duplicate records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Better organization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Role-based access control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Easy maintenance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Scalable architecture for future expansion </a:t>
            </a:r>
          </a:p>
          <a:p>
            <a:pPr>
              <a:lnSpc>
                <a:spcPct val="150000"/>
              </a:lnSpc>
            </a:pPr>
            <a:endParaRPr lang="en-IN" dirty="0"/>
          </a:p>
        </p:txBody>
      </p:sp>
      <p:sp>
        <p:nvSpPr>
          <p:cNvPr id="12" name="Rectangle: Rounded Corners 11">
            <a:extLst>
              <a:ext uri="{FF2B5EF4-FFF2-40B4-BE49-F238E27FC236}">
                <a16:creationId xmlns:a16="http://schemas.microsoft.com/office/drawing/2014/main" id="{A7209A98-942B-4CC8-ED04-857DC3D34F13}"/>
              </a:ext>
            </a:extLst>
          </p:cNvPr>
          <p:cNvSpPr/>
          <p:nvPr/>
        </p:nvSpPr>
        <p:spPr>
          <a:xfrm>
            <a:off x="6405067" y="192024"/>
            <a:ext cx="5655869" cy="36393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BC48CEE3-7E3B-45EA-5B43-C57D1732E23B}"/>
              </a:ext>
            </a:extLst>
          </p:cNvPr>
          <p:cNvSpPr txBox="1"/>
          <p:nvPr/>
        </p:nvSpPr>
        <p:spPr>
          <a:xfrm>
            <a:off x="6587947" y="406701"/>
            <a:ext cx="6094476" cy="3191708"/>
          </a:xfrm>
          <a:prstGeom prst="rect">
            <a:avLst/>
          </a:prstGeom>
          <a:noFill/>
        </p:spPr>
        <p:txBody>
          <a:bodyPr wrap="square">
            <a:spAutoFit/>
          </a:bodyPr>
          <a:lstStyle/>
          <a:p>
            <a:pPr>
              <a:lnSpc>
                <a:spcPct val="150000"/>
              </a:lnSpc>
              <a:buNone/>
            </a:pPr>
            <a:r>
              <a:rPr lang="en-IN" sz="2800" b="1" dirty="0">
                <a:latin typeface="Rockwell" panose="02060603020205020403" pitchFamily="18" charset="0"/>
              </a:rPr>
              <a:t>Future Enhancements</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AI-based document recommendation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OCR for scanned legal documents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Cloud storage integration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Voice-based search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Mobile application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Machine Learning-based document classification </a:t>
            </a:r>
          </a:p>
        </p:txBody>
      </p:sp>
      <p:sp>
        <p:nvSpPr>
          <p:cNvPr id="13" name="Rectangle: Rounded Corners 12">
            <a:extLst>
              <a:ext uri="{FF2B5EF4-FFF2-40B4-BE49-F238E27FC236}">
                <a16:creationId xmlns:a16="http://schemas.microsoft.com/office/drawing/2014/main" id="{EB8FBE01-1810-8181-4DF2-24DBAD41BED1}"/>
              </a:ext>
            </a:extLst>
          </p:cNvPr>
          <p:cNvSpPr/>
          <p:nvPr/>
        </p:nvSpPr>
        <p:spPr>
          <a:xfrm>
            <a:off x="6405067" y="4046013"/>
            <a:ext cx="5655868" cy="269311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0" name="TextBox 9">
            <a:extLst>
              <a:ext uri="{FF2B5EF4-FFF2-40B4-BE49-F238E27FC236}">
                <a16:creationId xmlns:a16="http://schemas.microsoft.com/office/drawing/2014/main" id="{F097C131-16F4-671D-20A6-C085E4BB4174}"/>
              </a:ext>
            </a:extLst>
          </p:cNvPr>
          <p:cNvSpPr txBox="1"/>
          <p:nvPr/>
        </p:nvSpPr>
        <p:spPr>
          <a:xfrm>
            <a:off x="6775093" y="4131245"/>
            <a:ext cx="5211633" cy="2877711"/>
          </a:xfrm>
          <a:prstGeom prst="rect">
            <a:avLst/>
          </a:prstGeom>
          <a:noFill/>
        </p:spPr>
        <p:txBody>
          <a:bodyPr wrap="square" rtlCol="0">
            <a:spAutoFit/>
          </a:bodyPr>
          <a:lstStyle/>
          <a:p>
            <a:pPr>
              <a:buNone/>
            </a:pPr>
            <a:r>
              <a:rPr lang="en-IN" sz="2800" b="1" dirty="0">
                <a:latin typeface="Rockwell" panose="02060603020205020403" pitchFamily="18" charset="0"/>
              </a:rPr>
              <a:t>Benefits</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Saves time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Reduces manual effort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Improves productivity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Enhances legal research </a:t>
            </a:r>
          </a:p>
          <a:p>
            <a:pPr marL="342900" lvl="0" indent="-342900">
              <a:lnSpc>
                <a:spcPct val="150000"/>
              </a:lnSpc>
              <a:buFont typeface="Arial" panose="020B0604020202020204" pitchFamily="34" charset="0"/>
              <a:buChar char="•"/>
            </a:pPr>
            <a:r>
              <a:rPr lang="en-IN" dirty="0">
                <a:latin typeface="High Tower Text" panose="02040502050506030303" pitchFamily="18" charset="0"/>
              </a:rPr>
              <a:t>Supports large-scale document management </a:t>
            </a:r>
          </a:p>
          <a:p>
            <a:endParaRPr lang="en-IN" dirty="0"/>
          </a:p>
        </p:txBody>
      </p:sp>
      <p:pic>
        <p:nvPicPr>
          <p:cNvPr id="15" name="Picture 14">
            <a:extLst>
              <a:ext uri="{FF2B5EF4-FFF2-40B4-BE49-F238E27FC236}">
                <a16:creationId xmlns:a16="http://schemas.microsoft.com/office/drawing/2014/main" id="{6215DE35-46D6-26FF-F16A-C3BDED12A4CE}"/>
              </a:ext>
            </a:extLst>
          </p:cNvPr>
          <p:cNvPicPr>
            <a:picLocks noChangeAspect="1"/>
          </p:cNvPicPr>
          <p:nvPr/>
        </p:nvPicPr>
        <p:blipFill>
          <a:blip r:embed="rId2"/>
          <a:stretch>
            <a:fillRect/>
          </a:stretch>
        </p:blipFill>
        <p:spPr>
          <a:xfrm>
            <a:off x="0" y="-8049"/>
            <a:ext cx="1313793" cy="571531"/>
          </a:xfrm>
          <a:prstGeom prst="rect">
            <a:avLst/>
          </a:prstGeom>
        </p:spPr>
      </p:pic>
    </p:spTree>
    <p:extLst>
      <p:ext uri="{BB962C8B-B14F-4D97-AF65-F5344CB8AC3E}">
        <p14:creationId xmlns:p14="http://schemas.microsoft.com/office/powerpoint/2010/main" val="2660262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CAB53C-5E7A-B45B-8975-1EC1127E99FA}"/>
              </a:ext>
            </a:extLst>
          </p:cNvPr>
          <p:cNvSpPr txBox="1"/>
          <p:nvPr/>
        </p:nvSpPr>
        <p:spPr>
          <a:xfrm>
            <a:off x="2883408" y="2811440"/>
            <a:ext cx="6096000" cy="1015663"/>
          </a:xfrm>
          <a:prstGeom prst="rect">
            <a:avLst/>
          </a:prstGeom>
          <a:noFill/>
        </p:spPr>
        <p:txBody>
          <a:bodyPr wrap="square">
            <a:spAutoFit/>
          </a:bodyPr>
          <a:lstStyle/>
          <a:p>
            <a:pPr algn="ctr"/>
            <a:r>
              <a:rPr lang="en-IN" sz="6000" dirty="0">
                <a:latin typeface="Segoe Script" panose="030B0504020000000003" pitchFamily="66" charset="0"/>
                <a:cs typeface="Times New Roman" panose="02020603050405020304" pitchFamily="18" charset="0"/>
              </a:rPr>
              <a:t>THANK YOU </a:t>
            </a:r>
            <a:endParaRPr lang="en-IN" sz="6000" dirty="0">
              <a:latin typeface="Segoe Script" panose="030B0504020000000003" pitchFamily="66" charset="0"/>
            </a:endParaRPr>
          </a:p>
        </p:txBody>
      </p:sp>
      <p:pic>
        <p:nvPicPr>
          <p:cNvPr id="4" name="Picture 3">
            <a:extLst>
              <a:ext uri="{FF2B5EF4-FFF2-40B4-BE49-F238E27FC236}">
                <a16:creationId xmlns:a16="http://schemas.microsoft.com/office/drawing/2014/main" id="{ED18DCDD-56B9-B365-E2AC-850B59F7B49F}"/>
              </a:ext>
            </a:extLst>
          </p:cNvPr>
          <p:cNvPicPr>
            <a:picLocks noChangeAspect="1"/>
          </p:cNvPicPr>
          <p:nvPr/>
        </p:nvPicPr>
        <p:blipFill>
          <a:blip r:embed="rId2"/>
          <a:stretch>
            <a:fillRect/>
          </a:stretch>
        </p:blipFill>
        <p:spPr>
          <a:xfrm>
            <a:off x="11023538" y="0"/>
            <a:ext cx="1168461" cy="798786"/>
          </a:xfrm>
          <a:prstGeom prst="rect">
            <a:avLst/>
          </a:prstGeom>
        </p:spPr>
      </p:pic>
    </p:spTree>
    <p:extLst>
      <p:ext uri="{BB962C8B-B14F-4D97-AF65-F5344CB8AC3E}">
        <p14:creationId xmlns:p14="http://schemas.microsoft.com/office/powerpoint/2010/main" val="2997464564"/>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docProps/app.xml><?xml version="1.0" encoding="utf-8"?>
<Properties xmlns="http://schemas.openxmlformats.org/officeDocument/2006/extended-properties" xmlns:vt="http://schemas.openxmlformats.org/officeDocument/2006/docPropsVTypes">
  <Template>Archway</Template>
  <TotalTime>150</TotalTime>
  <Words>612</Words>
  <Application>Microsoft Office PowerPoint</Application>
  <PresentationFormat>Widescreen</PresentationFormat>
  <Paragraphs>104</Paragraphs>
  <Slides>7</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vt:i4>
      </vt:variant>
    </vt:vector>
  </HeadingPairs>
  <TitlesOfParts>
    <vt:vector size="24" baseType="lpstr">
      <vt:lpstr>Arial</vt:lpstr>
      <vt:lpstr>Courier New</vt:lpstr>
      <vt:lpstr>Eras Demi ITC</vt:lpstr>
      <vt:lpstr>Felix Titling</vt:lpstr>
      <vt:lpstr>Footlight MT Light</vt:lpstr>
      <vt:lpstr>Goudy Old Style</vt:lpstr>
      <vt:lpstr>High Tower Text</vt:lpstr>
      <vt:lpstr>Lucida Sans Unicode</vt:lpstr>
      <vt:lpstr>Rockwell</vt:lpstr>
      <vt:lpstr>Segoe Script</vt:lpstr>
      <vt:lpstr>Sitka Banner Semibold</vt:lpstr>
      <vt:lpstr>Sitka Small</vt:lpstr>
      <vt:lpstr>Sitka Subheading Semibold</vt:lpstr>
      <vt:lpstr>Tahoma</vt:lpstr>
      <vt:lpstr>Tempus Sans ITC</vt:lpstr>
      <vt:lpstr>Times New Roman</vt:lpstr>
      <vt:lpstr>Archway</vt:lpstr>
      <vt:lpstr>Legal Document Repository</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ALLURU AKSHAYA</dc:creator>
  <cp:lastModifiedBy>ALLURU AKSHAYA</cp:lastModifiedBy>
  <cp:revision>5</cp:revision>
  <dcterms:created xsi:type="dcterms:W3CDTF">2026-08-05T13:48:29Z</dcterms:created>
  <dcterms:modified xsi:type="dcterms:W3CDTF">2026-08-12T13:26:47Z</dcterms:modified>
</cp:coreProperties>
</file>